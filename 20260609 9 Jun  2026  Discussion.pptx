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517" r:id="rId3"/>
    <p:sldId id="518" r:id="rId4"/>
    <p:sldId id="519" r:id="rId5"/>
    <p:sldId id="512" r:id="rId6"/>
    <p:sldId id="513" r:id="rId7"/>
    <p:sldId id="515" r:id="rId8"/>
    <p:sldId id="520" r:id="rId9"/>
    <p:sldId id="536" r:id="rId10"/>
    <p:sldId id="522" r:id="rId11"/>
    <p:sldId id="524" r:id="rId12"/>
    <p:sldId id="526" r:id="rId13"/>
    <p:sldId id="527" r:id="rId14"/>
    <p:sldId id="528" r:id="rId15"/>
    <p:sldId id="530" r:id="rId16"/>
    <p:sldId id="534" r:id="rId17"/>
    <p:sldId id="537" r:id="rId18"/>
    <p:sldId id="531" r:id="rId19"/>
    <p:sldId id="532" r:id="rId20"/>
    <p:sldId id="533" r:id="rId21"/>
    <p:sldId id="535" r:id="rId22"/>
    <p:sldId id="538" r:id="rId23"/>
    <p:sldId id="539" r:id="rId24"/>
  </p:sldIdLst>
  <p:sldSz cx="12192000" cy="6858000"/>
  <p:notesSz cx="6858000" cy="9144000"/>
  <p:embeddedFontLst>
    <p:embeddedFont>
      <p:font typeface="Play" pitchFamily="2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6" roundtripDataSignature="AMtx7mgGaiQ8nG/Yl8E8mGUC5mmsQNxm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25"/>
    <p:restoredTop sz="94653"/>
  </p:normalViewPr>
  <p:slideViewPr>
    <p:cSldViewPr snapToGrid="0">
      <p:cViewPr varScale="1">
        <p:scale>
          <a:sx n="102" d="100"/>
          <a:sy n="102" d="100"/>
        </p:scale>
        <p:origin x="21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10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10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0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09:41:34.0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11281 5617 24575,'-28'-3'0,"-29"-3"0,8 2 0,-11 1 0,12 1 0,-8 0 0,-3 0 0,-3 1 0,1 1-351,5-1 1,0 0 0,-1 1 0,-1 1 0,-1 0 0,-1 1 350,4 2 0,-3 0 0,0 1 0,0 1 0,0 0 0,1 1 0,2 0 0,-1 1 0,-1 0 0,2 0 0,1 2 0,3 1 0,4 2 50,-5 6 1,4 2-1,4 2 1,5 0-51,-14 13 0,11 2 228,16-5 1,9 1-229,4 17 0,8 2 0,13-17 0,10-1 0,12-10 0,11-3 0,5-1 0,8 2 0,7-2 0,5-1 0,4-1-496,-15-6 0,4-2 1,2 0-1,2-1 1,1 0-1,-1-1 1,-1 0 495,-3-1 0,-1 0 0,0 0 0,0-1 0,0 0 0,0-1 0,2 1 0,2 0 0,3 0 0,0-1 0,-1 1 0,0-1 0,-2 0 0,-3-1-362,6 1 1,-2 0 0,-2-1 0,-1 0 0,1 0 361,0 0 0,1 0 0,0 0 0,-1-1 0,1 1 0,0-1 0,-1 1 0,1-1 0,0 0 0,0 0 0,2 0 0,-2 0 0,2 0 0,2 0 0,3 0 0,-13-1 0,3 1 0,2-1 0,1 1 0,1-1 0,0 1 0,0-1 0,0 1 0,0-1 0,0 1 0,-1-1 0,1 0 0,1 1 0,0-1 0,1 1 0,2 0 0,-7-1 0,2 1 0,0 0 0,2-1 0,-1 1 0,1 0 0,0 0 0,-1-1 0,-1 1 0,-1 0 0,2 0 0,0-1 0,-1 1 0,0 0 0,-1-1 0,-1 1 0,0 0 0,-3-1 0,-1 1 0,12 0 0,-2 0 0,-1 0 0,-3 0 0,-1 0 0,-1 0 0,1 0 0,-1 0 0,-2 0 0,-1-1 0,-2 0 0,3 0 0,-2-1 0,0-1 0,-2 0 0,13-2 0,-2-1 0,1-4 0,-13-1 0,0-1 0,0-3 0,-4-3 0,4-4 0,-4-4 0,-8-7 1334,-9-4 1,-7-6 0,-6 0-1335,-6-12 0,-12 0 0,-15-8 0,-19 1 0,1 23 0,-10 0 0,-6 0 0,-1 2 0,4 1 221,0 0 0,0 2 0,0 0 0,-3-1-221,-4-2 0,-5-1 0,-1 0 0,3 1 0,5 4 0,-3 0 0,5 3 0,5 3 0,4 4 0,7 2 0,-9-6 0</inkml:trace>
  <inkml:trace contextRef="#ctx0" brushRef="#br0" timeOffset="2433">12578 6871 24575,'-11'0'0,"-25"0"0,-3 0 0,-7 0 0,2 0 0,-4 0 0,-3 0-890,3 0 0,-2 0 0,-2 0 1,-1 0 889,-5 0 0,-1 0 0,-2 0 0,1 0 0,-2 0 0,0 0 0,0 0 0,0 0 0,0 0 0,0 0 0,0 0 0,2 0 0,1 0 0,2 0 0,-1 0 0,2 0 0,2 0 0,0 0 0,1 0 0,1 0-79,1-1 0,1 0 0,0 0 1,1-1 78,-13-1 0,0-1 0,-1-1 168,6-1 1,-3 0 0,0-2-1,0 2-168,-3 1 0,1 0 0,-2 1 0,-1 0 0,7-1 0,-1 1 0,-1 0 0,0 0 0,0 1 0,3 1 0,-1 1 0,1 0 0,0 2 0,1-1 0,3 2 0,0 0 0,0 1 0,1 0 0,0 1 0,-13 3 0,1 0 0,0 2 0,4 1 0,-6 2 0,4 1 0,0 2-264,-2 2 0,2 2 0,3-1 264,13-4 0,3 0 0,-1 0 0,-1 0 0,0 0 0,-4 0 0,3-3 0,-4 0 0,0 0 0,2-1 0,-1 1 0,1-1 0,0 0 0,-9 1 0,-2 0 0,7-2 825,2 0 1,6 0-826,6 0 0,3 1 1157,-22 10-1157,9 4 122,21-3 1,1 1-123,-12 16 469,17-13 1,3 2-470,3 36 0,29-28 0,15-1 0,4-8 0,8-2 0,7 0 0,3-1 0,-3-5 0,3 0 0,3-1 0,4-1 0,1-1 0,3 0-634,-9-3 1,3 0 0,2-1 0,2 1-1,1-2 1,0 1 0,0-1 0,-1 0-1,-2-1 634,4 2 0,-1-2 0,-1 1 0,1-1 0,-1 0 0,0 0 0,1-1 0,0 0 0,3 0 0,-1 0 0,1-1 0,-1 0 0,2 0 0,-1 0 0,1-1 0,1 1-235,-3-1 0,1 0 1,1-1-1,-1 1 1,2-1-1,-1 0 1,0 1-1,0-1 1,-1 1 234,-1 0 0,-1 0 0,0 1 0,0-1 0,0 0 0,0 1 0,1-1 0,2 1 0,1 0 0,-9-2 0,1 1 0,1 0 0,1 0 0,1-1 0,0 1 0,0 0 0,0 0 0,-1 0 0,0 0 0,0 0 0,-2 0 0,7 1 0,-1 1 0,0-1 0,-1 1 0,0-1 0,0 1 0,-1-1 0,0 0 0,-1 0 0,0 0 0,1 0 0,1 0 0,-2 0 0,1 0 0,-2-1 0,0 1 0,-1-1 0,-1 0 0,-2 1 0,4-1 0,-1 1 0,-1-1 0,-2 0 0,-1 0 0,0 0 0,-2 0 0,11 0 0,-1 0 0,-2 0 0,-2-1 0,-5 0-154,9-1 1,-5 0 0,-2-2 153,-4 0 0,-1 0 0,-2-1 0,-4-2 0,-1 0 0,0-2-23,19-4 0,-3-5 23,-7-4 0,-2-6 0,-2-7 0,1-7 0,-4-6 0,2-5 0,-3 0 0,-10 10 0,-3 2 0,1-4 1563,10-8 1,0-3 0,-6-2-1564,-8 5 0,-5-1 0,-7 2 0,-9-7 0,-10 0 936,-4 8 0,-5-1 1,-11 5-937,-23 6 0,-14 7 0,2 4 0,13 6 0,2 2 0,-1 1 0,-2 1 0,-1 0 0,8 5 0,-4 5 0</inkml:trace>
  <inkml:trace contextRef="#ctx0" brushRef="#br0" timeOffset="4201">18914 6489 24575,'32'3'0,"27"3"0,-8 0 0,11 1 0,4 0 0,-16-1 0,1-1 0,3 1 0,2 0 0,3 0-1044,-4 0 1,3-1-1,3 1 1,0-1-1,1 0 1,-1 1-1,-3-2 1044,3 1 0,-2 0 0,-1-1 0,1 1 0,-1-1 0,0-1 0,2 0 0,0 0 0,1-1 0,-2 0 0,-1 0 0,-4-1 108,9 0 1,-4 0 0,-2-1-1,1 0-108,-2 0 0,1 0 0,-1 0 0,0 0 0,-1 0 0,0 0 0,-1 0 0,1 0 0,-1 0 0,0 0 0,1 0 0,-1 0 0,1 0 0,0 0 0,-1 0 0,1 0 0,0 0 0,0 0 0,0 0 0,0 0 0,-1 0 0,1 0 0,-1 0 0,0 0 0,-1 0 0,-1 0 0,-1 0 0,0 0 0,15 0 0,-1 0 0,0 0 0,-2 0 0,0 0 0,0 0 0,-2 0 0,1 0 0,-1 0 218,1 0 0,0 0 0,-1 0-218,-3 0 0,0 0 0,-2 0-71,-5 0 1,0 0-1,-2 0 71,15 0 0,-5 0 1733,-14 0 1,-5 0-1734,18 0 1573,-27-1-1573,-18-4 0,-9 3 0,-3-2 0</inkml:trace>
  <inkml:trace contextRef="#ctx0" brushRef="#br0" timeOffset="44116">21687 13993 24575,'-37'-24'0,"-11"-5"0,-3 6 0,-7 2 0,14 8 0,-1 1 0,0 0 0,-4-1 0,0-1 0,0 3 0,3 4 0,1 2 0,-2 0 0,-6 1 0,-1 0 0,1 1 0,-9 1 0,-1 0-310,4 0 1,-3 0-1,3 1 310,14 1 0,1 1 0,1 0 0,0 1 0,-1 1 0,-1 1 0,-13 3 0,-1 3 0,2-1 0,-5 4 0,2 0 67,10-2 1,-1 1 0,5-1-68,1 1 0,3 0 0,2 0 0,1-1 0,2 1 0,2-1 0,2 1 0,0 1 0,-6 4 0,0 2 349,9-4 1,0 1-350,-6 3 0,1 0 27,-11 10-27,2-2 0,7-4 0,11-4 0,10-4 0,10 0 0,5 4 0,3 5 0,7 7 0,7 4 0,10-1 0,7-3 0,4-4 0,5-3 0,7-3 0,-7-5 0,4 0 0,5-1 0,1 0 0,1 1 0,0 1 0,-2-2 0,-1-1 0,-13-5 0,0 0 0,3 0 0,3-1 0,1-1 0,4-2 0,-4-2 0,4 0 0,0-1 0,2 1 0,1 1 0,-1-1 0,1-1 0,-1-1 0,0 1 0,-3 1 0,0 0 0,0 0 0,5-1 0,1 0 0,-3-1 0,8 1 0,1-1 0,-8 0 0,3 0 0,-4 0 0,1-1 0,-2 0 0,1 0 0,1 0 0,-1 0 0,1 0 0,0 0 0,-1 0 0,-2 0 0,-1 0 0,-2 0 0,0 0 0,-2 0 0,-1 0 0,-1 0 0,1 0 0,18 0 0,0 0 0,-15 0 0,1 0 0,13 0 0,-1 0 0,-19-1 0,-2 0 0,0-1 0,-1 0 0,-1-1 0,-1 0 0,-1 0 0,-1 0 0,0 0 0,2 1 0,13 1 0,2 1 0,0 0 0,0 0 0,0 0 0,1 0 0,4 0 0,-2 0 0,-8 0 0,-1 0 0,-2 0 0,-1 0 0,-1 0 0,-2 0 0,13 0 0,3 0 0,4-4 0,1-1 0,4-4 0,-30 4 0,1 0 0,2 2 0,0-1 0,1 1 0,1 0 0,0 0 0,0-1 0,-1 1 0,0-1 0,8-5 0,-3-1 0,15-3 0,0-6 0,-36 10 0,-11 1 0,-4 1 0,-9-24 0,-15-10 0,3 6 0,-4-3 0,-6-2 0,-4-1 0,-2-1 0,-3 1 0,-1 3 0,-1 1 0,1 5 0,-6 4 0,-1 8 0,-6 2 0,1 2 0,-12-1 0,-3 2-250,7 4 1,-4 0 0,2 2 249,9 4 0,2 1 0,0 0 0,-3 1 0,1 0 0,-1 0 0,1 0 0,0 0 0,-1 0 0,-1-1 0,-1 1 0,1-1 0,3 0 0,1-1 0,0 0 0,1 0 0,0-2 0,1 1 0,1-2 0,1 1 0,1-2 0,-18-3 0,2-1 0,4 0 0,2-1 0,6 1 0,5 0 0,-5-1 0,19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09:43:44.1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9325 15374 24575,'-39'0'0,"-1"0"0,-9 0 0,-5 0 0,-4 0 0,-6 0 0,-2 0 0,0 0-880,11 0 1,0 0-1,-1 0 1,-1 0-1,0 0 880,-4 0 0,-1 0 0,0-1 0,-1 1 0,0 0 0,8-1 0,-1 0 0,0 0 0,1 1 0,0-1 0,3 0 0,-13 1 0,4-1 0,0 1 0,-4-1 0,12 0 0,-3 1 0,-1-1 0,0 0 0,2 0 0,3 1 0,-6-1 0,3 1 0,1 0 0,0 1 0,2-1 0,1 1 0,0 0 0,1 1 238,-10 1 0,1 1 0,3 1-238,6 2 0,1 0 0,3 2 0,-16 6 0,4 1 427,6 1 0,3 2-427,3-2 0,1 1 0,5-1 0,-1 1 0,-17 7 0,0 0 0,14-5 0,-1-1 1134,-11 6 0,1-1-1134,19-8 0,4-1 562,-24 12-562,2 3 0,12 7 0,23-6 0,6 4 0,11 6 0,9 2 0,7 0 0,8-1 0,12 3 0,9-2 0,1-10 0,7-2 0,-1-2 0,-7-3 0,0-2 0,3 0-267,-3-2 1,4 0 0,0 0-1,-2-2 267,4-1 0,-1-3 0,0 0 0,2 0 0,1-1 0,0 0 0,1-1 0,0-1 0,0 0 0,0-1 0,1 0 0,0 0 0,1-1 0,2 0 0,0 0 0,2-1 0,1 0 0,2-1 0,-13-1 0,1-1 0,1 0 0,0-1-460,4 1 1,1 0-1,0-1 1,1 1 459,2-1 0,1 1 0,1-1 0,0 0 0,1 0 0,0 0 0,1-1 0,-1 1 0,0-1 0,0-1 0,0 1 0,-1-1 0,-1 0 0,0 0 0,-1 0 0,1-1 0,-2 0 0,0 0 0,0-1 0,-1 0 0,0 1 0,-1-1 0,0 0 0,0 1 0,-1-1 0,1 0 0,-1 1 0,-2-1-222,7 1 1,-1-1 0,-2 1 221,-2 0 0,0 1 0,0-1 0,-2 0 0,0 1 0,0-1 0,1 0 0,1-1 0,2 1 0,7-1 0,2 0 0,-1 0 0,-5-1 0,0 0 0,0-1 0,-1 1 0,-1-1 0,1-1 0,-1 1 0,-1-2 0,1 0 0,2-2 0,-1-1 0,1-1 0,0-2 0,0-1 0,-1-2 0,0-3 0,-1 0 0,0-3 0,0 0 0,-2-2 0,0 0 0,-5 0 0,0 0 0,-1-2 0,7-7 0,0-3 0,-5 2 0,0-2 0,-3 0 0,4-8 0,-9-1 0,-13-6 928,-14-5-928,-21-9 933,-8 25 0,-4 1-933,-8-4 0,-5 3 387,-5 0 0,-3 4-387,4 4 0,1 4 0,-20-13 0,19 2 0,18 8 0,6 4 0,8 7 0</inkml:trace>
  <inkml:trace contextRef="#ctx0" brushRef="#br0" timeOffset="32051">7743 15546 24575,'-29'14'0,"1"2"0,0 2 0,7-3 0,9-4 0,7-7 0,29-18 0,-5 7 0,18-3 0,10 2 0,-5 5 0,3 3 0,6-1-565,-5-1 1,2 0 0,5-1 0,4 1-1,6-1 565,-11 1 0,6-1 0,4 1 0,3-1 0,3 0 0,1 0 0,1 0 0,-1 0 0,-1 0 0,-2 1 0,-4-1-625,2 1 1,-2-1-1,-2 1 1,0-1 0,-1 1-1,0 0 1,2-1 0,2 1-1,3 0 625,-9 0 0,3-1 0,2 1 0,2 0 0,0 0 0,2 0 0,-1-1 0,-1 1 0,-1 0 0,-1 0 0,-3 1 0,-3-1 0,-4 1 0,13 0 0,-4 0 0,-3 0 0,-2 1 0,-3-1 0,0 1 0,0 0-176,8 1 0,-1-1 1,-2 1-1,-2 0 0,-3 1 176,12 0 0,-3 1 0,-8 1 0,0 2 0,-9 1 0,4 6 1783,-42-5-1783,-20-4 6043,-8-3-6043,0-1 1495,5 0-1495,-5 0 0,-15 4 0,-22 4 0,22-2 0,-1 2 0</inkml:trace>
  <inkml:trace contextRef="#ctx0" brushRef="#br0" timeOffset="33451">10317 15451 24575,'-51'-2'0,"-1"-1"0,1 0 0,-12 1 0,-3 0 0,14 1 0,-4 0 0,-1 0 0,3 1-770,-6-1 1,3 2-1,-1-1 770,-5 0 0,-1 0 0,-1 0 0,14 0 0,-1 0 0,1 0 0,-1 0-362,-2 0 0,-1 0 0,1 0 0,-1 0 362,-2 0 0,0 0 0,0 0 0,1 0 0,1 0 0,1 0 0,0 0 0,1 0 41,-12 0 0,1 0 1,1 0-42,6 0 0,1 0 0,2 0 0,9 0 0,1 0 0,1 1 0,-14 1 0,2 2 0,6 2 0,3 2 519,4 2 0,2 3-519,2 1 0,1 2 863,3 1 1,1 0-864,1-1 0,0 2 434,-10 7 0,1 4-434,-1 4 0,0 2 0,2 0 0,2 1 0,4 1 0,4 0 0,-2 14 0,12-4 0,10-1 0,13-3 0,28 4 0,-5-21 0,8 0 0,13-1 0,8 0 0,1-2 0,-8-3 0,1-2 0,3 0-422,0-1 1,4 1 0,2-1 0,-2-2 421,-5-4 0,-1-1 0,1-2 0,1 1-606,8 0 0,0 0 0,2 0 0,2-1 606,-9-1 0,1 0 0,1-1 0,2 1 0,4-2 0,-9 0 0,3-2 0,3 1 0,1 0 0,1-1 0,-1 0 0,-2 0 0,-2 0 0,7 0 0,-3 0 0,-1 0 0,0 0 0,2-1 0,2 0-371,-6 0 0,2 0 1,2-1-1,0 1 1,1-1-1,-2-1 1,-2 0-1,-3-1 371,12-1 0,-4 0 0,-1-2 0,-2 0 0,1-1 0,0-1 0,-1 0 0,0-1 0,-1-1 0,0-1-296,-4 0 1,1-2-1,-1 0 1,-1-2-1,-1 0 296,9-4 0,-1-1 0,-2-1 0,-2-1 97,-8 2 0,-1-1 0,-2-1 0,-2-2-97,8-7 0,-3-2 0,-5-3 523,-9 1 0,-3-2 1,-5-3-524,-5 0 0,-5-2 0,-5-2 0,-6-2 0,-6-1 0,-8 0 0,-10 0 0,-9 0 0,-6 3 584,-8-1 0,-8 4 0,-4 2-584,6 10 0,-3 3 0,-3 2 0,1 2 0,1 3 0,-2 3 0,1 1 0,0 2-555,-11 0 0,0 3 0,7 2 0,3 1 0,7 2 0,-12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09:50:33.48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10846 7867 24575,'0'23'0,"0"9"0,0 8 0,0 14 0,0 4 0,0-1 0,0 0 0,0 2 0,0 0 0,0-10 0,0-1 0,0-10 0,0 1 0,0 13 0,0 1 0,0-11 0,0-2 0,0 3 0,0 0 0,1-2 0,2-1 0,1-1 0,0-1 0,3-1 0,0-1 0,1 1 0,0-1 0,-1 2 0,0 1 0,0 16 0,-2 0 0,-1-15 0,-1 0 0,0 10 0,-1-1 0,-2 7 0,0-3 0,0 1 0,0-6 0,0 2 0,-1-9 0,0 2 0,-1 17 0,0 1 0,0-14 0,-1-1 0,1 0 0,0 1 0,0 1 0,2-1 0,-1 1 0,1 1 0,0 0 0,0 1 0,0-2 0,0 3 0,0-8 0,0 2 0,0 0 0,0-1 0,0 0 0,0 0 0,0 21 0,0-1 0,0-4 0,0-4 0,0-15 0,0-1 0,-1-1 0,0 0 0,-1-2 0,0 0 0,-1-1 0,0-1 0,0 1 0,1 0 0,0 1 0,0 1 0,1 1 0,0-1 0,1 2 0,0 0 0,-1-1 0,2 0 0,-1-2 0,0-1 0,0 28 0,0-16 0,0-12 0,0 3 0,0-6 0,0 14 0,0-6 0,0-2 0,0-10 0,0-10 0,0-8 0,-2-4 0,-2-8 0,2 1 0,-3-4 0</inkml:trace>
  <inkml:trace contextRef="#ctx0" brushRef="#br0" timeOffset="5050">3104 9366 24575,'41'0'0,"0"0"0,6 0 0,4 0 0,4 0 0,5 0 0,0 0-817,0 0 1,0 0-1,1 0 817,-12 0 0,0 0 0,1 0 0,4 0 0,5 0 0,4 0 0,2 0 0,1 0 0,1 0 0,-9 0 0,1 0 0,0 0 0,1 0 0,2 0 0,1 0 0,-6 0 0,2 0 0,1 0 0,1 0 0,0 0 0,0 0 0,-2 0 0,-2 0-428,7 0 1,-1 0 0,-1 0-1,-1 0 1,-1 0 0,0 0 427,-3 0 0,1 0 0,-1 0 0,-1 0 0,-1 0 0,-4 0 0,7 0 0,-3 0 0,-2 0 0,0 0-86,1 0 1,0 0-1,-1-1 1,0 1 85,-1-1 0,-1 0 0,0 0 0,-1 0-281,16-2 1,-1 1 0,-1-2 280,-2 1 0,-1-1 0,-1 1 0,-5-1 0,-1 1 0,-1 0 173,-1 1 0,-1 0 1,-1 0-174,-2 1 0,0 0 0,0 1 0,-2 0 0,1 0 0,-1 0 0,1 0 0,1 0 0,-2 0 0,-1 0 0,-2 0 0,0 0 0,19 0 0,-1 0 1113,-2 0 0,-1 0-1113,-1 0 0,1 0 0,2 0 0,1 2 0,4 0 0,0 0 0,-19 0 0,1 0 0,0 0 270,3-1 0,2 1 0,0-1-270,4 0 0,1 0 0,2 0 0,4-1 0,0 0 0,2 0-116,-15 0 1,1 0 0,1 0 0,-1 0 115,2 0 0,1 0 0,0 0 0,0 0 0,0 0 0,0 0 0,0 0 0,0 0 0,-1 0 0,-1 0 0,1 0 0,4 0 0,3 0 0,5 0 0,1 0 0,0 0 0,-4 0 0,1 0 0,-3-1 0,-1 1 0,5 1 0,-12-1 0,2 0 0,1 1 0,1-1 0,0 1 0,0-1 0,-1 1 0,0-1 0,0 1 0,0-1 0,1 1 0,0-1 0,4 1 0,1 0 0,0-1 0,0 1 0,0-1 0,0 1 0,-1-1 0,0 1 0,0-1 0,0 1 0,-1-1 0,0 0-274,-1 0 1,0 0 0,0 0 0,-1 0-1,-3 0 1,-2 0 273,8 0 0,-4 0 0,-1 0 0,-1 0 0,0 0 0,0 0 0,-1 0 0,0 0-161,-3 0 0,0 0 0,-1 0 1,-1 0 160,11 0 0,0 0 0,-3 0 0,-3 1 0,-2 0 0,-1 0 225,-5 1 0,-2 1 1,-1 0-226,14 3 0,-4 1 686,-9 0 0,-2 1-686,21 3 2322,-21-5-2322,-17-4 968,18-2-968,-2 0 0,6 0 0,-2 0 0,4 0 0,3 0-565,-2 0 0,3 0 1,3 0-1,1 0 565,-3 0 0,2 0 0,1 0 0,1 0 0,1 0-570,-4 0 1,0 0 0,0 0-1,2 0 1,-1 0 0,2 0 569,3 0 0,1 0 0,1 0 0,0 0 0,1 0 0,-1 0 0,1 0 0,0 0 0,0 0 0,0 0 0,0 0 0,-1 0 0,-2 0 0,-1 0 0,1 0 0,-2 0 0,1 0 0,0 0 0,-2 0 0,0 0 0,1 0 0,-1 0 0,-1 0 0,1 0-391,-1 1 0,-1-1 0,0 0 0,0 1 0,1-1 0,-1 1 391,0 0 0,-1 0 0,1 0 0,0 0 0,0 0 0,0 1 0,0-1 0,1 1 0,-1 0 0,1-1 0,-1 1 0,1 0 0,-1 0 0,0-1 0,0 1 0,0 0 0,-1 0 0,1-1 0,9 1 0,0-1 0,0 1 0,-1-1 0,1 0 0,-3 0 0,1-1 0,-1 1 0,0-1 0,0 1-331,-3-1 1,0 0-1,0 0 1,-1 0 0,1 0 330,-1 0 0,0 0 0,-1 0 0,1 0 0,0 0 0,0-1 0,1 0 0,-1 0 0,0 0 0,1 0 0,0-1 0,0 1 0,0-1 0,1 0 0,-1-1 0,1 1 0,0-1 0,1 1 0,-1-1 0,0 0 0,0 0 0,-1 1 0,1-1 0,-1 1 0,1-1 0,-1 2 0,0-1 0,0 1 0,0-1 0,0 1 0,-2 0 0,0 1 0,-1-1 0,0 1 0,0 0 0,-2-1 0,1 1 0,-2 0 0,1 1 0,-1-1 67,11 0 0,-1 0 0,-1 0 0,-1 0-67,-5 0 0,-1 0 0,-1 0 0,0 0 667,10 0 1,-1 0 0,-2 0-668,-7 0 0,-2 0 0,-1 0 1125,16 0 0,-3 0-1125,-2 0 0,-2 0 0,-5-1 0,-4 0 1173,-10-1 0,-4 1-1173,13-3 1753,-12 1-1753,-4 3 0,5 2 0,3 0 0,4 1 0,5 0-649,5 2 1,4 0 0,5 1-1,2 1 649,-11-2 0,2 1 0,1 0 0,4 0 0,2 0 0,5 1 0,-14-2 0,3 0 0,2 1 0,3-1 0,1 1 0,2 0 0,0 0 0,2 0 0,-1 0 0,0 0 0,0 0 0,-5-1 0,0 0 0,0 1 0,1-1 0,0 1 0,1-1 0,0 0 0,0 1 0,2-1 0,0 0 0,0 1 0,1-1 0,2 0-248,-9 0 1,1-1 0,1 1 0,1 0 0,0-1-1,1 1 1,0 0 0,1-1 0,0 1 0,0-1 0,0 1-1,0-1 1,0 0 0,-1 0 0,0 0 0,-1 0 0,0-1 247,0 1 0,0-1 0,0 0 0,0 0 0,0 0 0,0 0 0,0 0 0,-1 0 0,0-1 0,0 1 0,-1-1 0,-1 1 0,0-1 0,-1 0 0,0 0 0,-2 0 0,9 1 0,-2-1 0,0 1 0,-1-1 0,-1 0 0,0 0 0,-1 0 0,-1 0 0,0-1 0,1 0 0,-1 0 0,0-1 0,2-1 0,2 0 0,0-1 0,0-1 0,0 1 0,-1-1 0,-2 0 0,-2 0 0,-2 0 0,-3 1 0,-4-1-254,18 0 0,-6 0 0,-5 0 0,0 0 0,2-1 254,6-1 0,2-2 0,-1 1 0,-5 0 0,-10 1 0,7 1 0,-10 0 0,-11 2 0,-4-2 2299,3-2-2299,-20-3 4801,-9 0-4801,-4-1 0,-3 6 0,0 0 0</inkml:trace>
  <inkml:trace contextRef="#ctx0" brushRef="#br0" timeOffset="9899">3128 11473 24575,'42'0'0,"-4"0"0,7 0 0,8 1 0,7-1 0,9-1-1296,-17 0 1,6 0-1,5 0 1,2-1-1,1 0 1,0 0-1,-4-1 1296,-3 1 0,-3 0 0,0 0 0,1 0 0,1 0 0,3-1 0,5 1 0,-9-1 0,4 1 0,3-1 0,2 1 0,3-1 0,0 0 0,0 0 0,0 0 0,-1 1 0,-3-1 0,-2 0 0,-4 0-292,6 0 0,-4 0 0,-2 0 0,-1 0 1,-1 0-1,0 0 0,3 0 0,2 0 292,-2 0 0,3 0 0,1 0 0,2 1 0,-1-1 0,1 0 0,-1 1 0,-2-1 0,-2 1 0,-3 0 0,6-1 0,-4 1 0,-1-1 0,-2 1 0,0 0 0,0 0 0,1 0-18,1 0 1,-1-1 0,0 1 0,0 0 0,0 0 0,0 0-1,0 0 18,6 1 0,0-1 0,-1 1 0,1 0 0,1-1 0,3 1 0,-7 0 0,3 1 0,1-1 0,1 0 0,0 0 0,-1 0 0,-2 1 0,-2-1 0,4 1 0,-3 0 0,-1 0 0,0 0 0,1 0 0,2 0 0,-7 0 0,3 0 0,1 0 0,0 0 0,0 0 0,-1 0 0,-2 0 0,-3 0 0,13 0 0,-4 0 0,-1 0 0,-2 0 0,2 0-276,1 0 1,-1 0-1,1 0 1,-1 0-1,1 0 276,-10 0 0,1 0 0,-1 0 0,1 0 0,0 0 0,-1 0 0,1 0 0,0 0 0,0 0 0,0 0 0,0 0 0,0 0 0,0 0 0,-1 1 0,0-1 0,2 0 0,1 0 0,4-1 0,-8 1 0,2 0 0,3 0 0,1 0 0,0 0 0,2 0 0,0 0 0,-1-1 0,0 0 0,3 0 0,0-1 0,0 1 0,1-1 0,0 0 0,0 0 0,0 0 0,0 0 0,0 0 0,1 0 0,0 0 0,0 0 0,1 1 0,-1-1 0,0 0 0,0 0 0,-1-1 0,0 1 40,-3-1 0,0 0 0,0 0 0,1 0 0,-2-1 0,-1 1 1,-1 0-1,-1 0 0,-3 0-40,9-1 0,-3 1 0,-2-1 0,-2 1 0,1 0 0,0 0 0,-2 0 0,-1 0 0,0 1 0,1 0 0,0 0 0,3 0 289,2 0 1,2 1 0,1 0 0,1 0-1,0 0 1,0 1 0,-1-1-290,-3 0 0,1 1 0,-1-1 0,0 1 0,0 0 0,0-1 0,0 1 0,0 0 0,0 0 0,0 0 0,0 0 0,-1 0 0,-1 0 0,-2 0 0,13 0 0,-1 0 0,-2 0 0,-3 0 0,-6 0 0,4 0 0,-6 0 0,1 0 0,7 0 0,1 0 0,1 0 0,-11 0 0,0 0 0,1 0 0,2 0 0,6 0 0,2 1 0,0-1 0,1-1 218,-10 0 0,1 0 1,-1 0-1,1 0 1,-2-1-219,8-1 0,-2 1 0,0-2 0,-1 1 0,-5 0 0,-1-1 0,0 0 0,-2 0 491,13-1 1,-2 0 0,-1 1-492,-5 1 0,-2 1 0,-1 0 0,-7 1 0,0 0 0,-2 0 1747,14 1 0,-2 0-1747,-13 0 0,-2 0 758,0 0 0,0 0-758,9 0 0,8 0 0,-9 2 0,6 0 0,6 1 0,5 0 0,2 0-224,-13 0 1,3 0 0,2 0 0,3 1-1,2-1 1,1 1 0,2 0 0,0-1 0,2 0 223,-12 0 0,2-1 0,1 0 0,0 0 0,2 0 0,1 0 0,1 0 0,0 0 0,0 0 0,1 1 0,1-1 0,-1 0 0,1 1-294,-8-1 0,2 0 0,1 1 0,0 0 0,1-1 1,0 1-1,1 0 0,-1 0 0,1 0 0,-1 0 0,0-1 1,0 1-1,-2 0 0,0-1 0,-1 1 0,-2-1 294,10 0 0,-1 0 0,-2 0 0,1 0 0,-2 0 0,0 0 0,-1-1 0,0 1 0,-1 0 0,0 0 0,0 0 0,0 0-268,2 0 1,0 0 0,0 1-1,0-1 1,-1 1 0,0 0-1,-2-1 1,-1 1 0,-1 0 0,-2 0-1,-2 0 268,9 0 0,-3 1 0,-3 0 0,-1 0 0,-1 0 0,1 0 0,1 0-228,0 0 0,0 1 0,0-1 0,0 1 0,0 0 0,-1 0 0,1-1 228,-3 1 0,0 0 0,0 0 0,0-1 0,0 1 0,-1 0 0,1 0 0,7 0 0,-2 0 0,1 1 0,1-1 0,1 1 0,3-1 0,-11 0 0,3 0 0,1 0 0,2 0 0,0 0 0,0 0 0,0 0 0,-3 0 0,-1 0 0,4 0 0,-1 0 0,-3-1 0,1 1 0,0-1 0,1 0 0,3 1-20,-5-1 1,2 0-1,2 1 1,1-1 0,0 0-1,-1 0 1,0 0-1,-3-1 1,-2 0 19,10 1 0,-3-1 0,-1-1 0,-1 0 0,-1 0 0,1 0 0,1 0 0,-1-1 0,1 1 0,-1-1 0,0 0 0,0-1 259,-3 1 1,1-1-1,-1 0 1,0 0-1,0 0 1,0-1-260,-3 2 0,1-1 0,-1 0 0,0 0 0,-1-1 0,0 1 0,8 0 0,0 0 0,-1 0 0,-1 0 0,0 0 363,-4 0 0,-1 0 0,-1 0 1,0 0-1,-2 0-363,8 0 0,-3 0 0,1 0 0,1 0 365,5 1 1,2-1-1,-2 0 1,-3-1-366,-1 1 0,-4-1 0,0 0 1083,8 0 1,0-1 0,-7-1-1084,-10 0 0,-7-1 2729,14-3-2729,-13 4 0,22 3 0,-8 0 0,8 0-153,-5 0 1,5 0-1,5 0 153,-17 0 0,2 0 0,3 0 0,3 0 0,5 0 0,-12 0 0,5 0 0,3 0 0,3 0 0,0 0 0,1 0 0,-1 0 0,-2 0 0,-2 0 0,5 0 0,-2 0 0,-2 1 0,0-1 0,1 0 0,2 1 0,2-1-299,-8 1 0,2-1 1,1 1-1,2-1 1,1 1-1,-1 0 1,-1-1-1,-1 1 1,-4 0-1,-2 0 299,11 0 0,-3 0 0,-3 0 0,-2 0 0,1 1 0,-1-1 0,-2 0 0,-2 1 0,0 0 0,0-1 0,1 1 0,1 0-293,5 0 1,3 0 0,0 0-1,-1 0 1,-2 0 0,-4-1 292,5 1 0,-4-1 0,0 0 0,2 0 0,0 1 0,4 0 0,0-1 0,-4 1 0,-8-1 0,12-1 0,-7 0 826,-1 0 1,-9 0-827,-13-3 1094,-29-4 0,-4 3 0,-1-3 1</inkml:trace>
  <inkml:trace contextRef="#ctx0" brushRef="#br0" timeOffset="13583">3128 12592 24575,'33'0'0,"2"0"0,12 0 0,8 0 0,7 0 0,2 0 0,-16 0 0,4 0 0,3 0 0,2 0 0,3 0 0,2 0 0,2 0 0,2 0 0,1 0 0,2 0 0,0 0-518,-14 0 1,2 0-1,2 0 1,1 0 0,2 0-1,1 0 1,0 0 0,2 0-1,1 0 1,-1 0-1,2 0 1,-1 0 0,1 0-1,-1 0 1,1 0 0,-1 0-1,-1 0 1,-1 0-1,0 0 435,1 0 0,1 0 0,-1 0 1,0 0-1,0 0 0,-1 0 0,1 0 1,0 0-1,-1 0 0,1 0 0,0 0 1,0 0-1,0 0 0,1 0 0,0 0 1,0 0-1,0 0 0,1 0-20,-6 0 0,1 0 1,0 0-1,1 0 1,1 0-1,0 0 0,0 0 1,1 0-1,-1 0 1,1 0-1,-1 0 0,0 0 1,-1 0-1,0 0 1,0 0-1,-1 0 1,-1 0-1,-1 0 0,-1 0 1,-2 0-1,0 0 103,11 0 0,-2 0 0,-2 0 0,0 0 0,-2 0 0,0 0 0,-1 0 0,-1 0 0,0 0 0,0 0 0,1 0 0,-1 0 0,1 0 0,1 0-63,-1 0 0,1 1 0,-1-1 1,1 0-1,-1 0 0,1 1 0,-1-1 1,1 1-1,-1-1 0,0 1 0,1-1 1,-1 1-1,0 0 0,0 0 63,4 0 0,-1 0 0,1 1 0,-1-1 0,1 1 0,-1-1 0,0 1 0,1 0 0,-1 0 0,0 0 0,0 0 0,1 0 0,-1 0-157,0 1 1,-1-1 0,1 1 0,0 0 0,0 0 0,0 0 0,-1 1 0,1-1 0,0 0 0,-1 1 0,1-1 0,0 1 0,0-1 156,0 1 0,0 0 0,0 0 0,0 0 0,0 0 0,0 0 0,0 0 0,0 0 0,0 0 0,0 0 0,0 0 0,0 0 0,0 0 22,0 0 0,-2 0 0,1 0 0,-1 0 1,0 0-1,0 0 0,0 0 0,1 0 0,0 0 1,2-1-1,0 1 0,2-1 0,0 0-22,-8 0 0,1-1 0,2 1 0,0-1 0,2 0 0,0 0 0,0 0 0,1 0 0,0 0 0,1-1 0,-1 1 0,-1 0 0,1-1 0,-2 1 0,-1-1 0,0 1 0,-2-1 0,-1 1 0,8-1 0,-1 1 0,-1-1 0,-2 1 0,0-1 0,-1 0 0,0 0 0,-1 0 0,1 0 0,1 0 0,1 0 0,0 0 0,2 0 0,-4 0 0,0-1 0,2 1 0,1-1 0,1 1 0,0-1 0,0 1 0,1-1 0,-1 0 0,-1 0 0,0 1 0,-1-1 0,-2 0 0,-1 0 0,-2 0 0,-2 1 15,12-1 0,-3 0 1,-2 0-1,-1 0 0,-1-1 1,-2 1-1,0 0 0,0 0 1,-1 0-1,1 1-15,2-1 0,0 0 0,-1 0 0,-1 1 0,0-1 0,0 0 0,-1 1 0,0 0 0,0 0 92,2 0 0,1 0 1,-1 0-1,-1 1 0,0-1 1,-1 1-1,0-1 1,-1 1-93,3 0 0,-1 0 0,-1 1 0,0-1 0,0 1 0,1-1 0,2 1 76,-3 0 1,2 0 0,1 0 0,1 0 0,-1 0-1,-2 0 1,-1 0 0,-3 0-77,12 0 0,-4-1 0,-1 1 0,-1-1 0,1 0 486,-7 0 0,3 1 0,0-1 1,-2 0-1,-5-1 0,-7 0-486,16 0 0,-7-2 0,1 2 0,2-2 918,-8 0 0,2-1 0,5 0-918,-2 0 0,4 0 0,3 0 0,3 0-127,-5-1 0,3 1 0,3-1 0,2 0 0,1 0 0,2 0 127,-16 0 0,2 0 0,1 0 0,0 0 0,2 0 0,0 0 0,1 0 0,1-1 0,0 1-161,-4 0 1,0-1 0,2 1 0,0 0 0,0-1 0,1 1 0,1-1 0,0 1 0,0-1 0,1 0 0,0 1 160,-2-1 0,2 0 0,0 0 0,0-1 0,1 1 0,0 0 0,0-1 0,1 1 0,-1-1 0,0 1 0,0-1 0,0 1-250,0-1 1,1 0-1,-1 0 1,1 0-1,-1 0 1,0 0-1,1 0 1,-1 0-1,0 0 1,1 0-1,-1-1 1,-1 1 249,0 0 0,-1 0 0,1 0 0,-1-1 0,1 1 0,-1 0 0,0-1 0,0 1 0,-1 0 0,1 0 0,-1 0 0,0 0-125,2 0 1,0 0 0,-1 0 0,1 0 0,-1 0 0,0 0 0,0 0 0,-1 1 0,0-1 0,-1 1 0,0 0 124,6-1 0,0 1 0,-1 0 0,0-1 0,-1 1 0,0 1 0,-1-1 0,-1 1 0,0 0 43,2 0 1,-1 0 0,0 1 0,-1 0 0,0 0 0,-1 0 0,-1 1 0,0 0-44,2-1 0,0 2 0,-1-1 0,0 1 0,-1-1 0,0 1 0,-1 0 205,5 0 1,0 0-1,-1 0 1,-1 0-1,0 0 1,0 0-206,-2 0 0,0 0 0,0 0 0,-1 0 0,0 0 0,-1 0 0,7 0 0,0 0 0,-1 0 0,-1 0 0,-1 0 413,-3 0 0,-1-1 1,-1 0-1,0 0 1,-1-1-414,10 0 0,-2 0 0,0-1 0,-1-1 0,-4 0 0,0 0 0,-1-1 0,0 1 676,-4-1 0,1 0 0,-2-1 0,1 2-676,-2 0 0,-1 0 0,1 0 0,-1 1 0,14 0 0,1 0 0,-2 1 835,-4 1 0,-2 0 0,0 1-835,-5-1 0,-1 1 0,2 1 906,10 1 1,3 3-1,-1-1-906,-2 1 0,0 1 0,1-1 0,-6-1 0,1 0 0,1-1 0,-4 1 0,2 1 0,-3 0 0,-2-2 0,-4-2 0,-2-2 0,-5 1 1010,-1 0 1,-4 0-1011,-4 0 0,0 0 1341,26 0-1341,-9 0 860,-9 1-860,-7 3 0,-7-1 0,-7 1 0,-5-3 0,1 1 0,7-1 0,8 1 0,9 0 0,3-1 0,5 1 0,-1 0 0,-2 0 0,-2 0 0,-7 0 0,-5 0 0,-8 1 0,-8-1 0,-6 1 0,-4-2 0,-4 0 0,-1-2 0</inkml:trace>
  <inkml:trace contextRef="#ctx0" brushRef="#br0" timeOffset="17099">11729 8697 24575,'-27'30'0,"1"0"0,6-4 0,-1 1 0,-12 17 0,2 3 0,11-10 0,4-1 0,4 0 0,3-1 0,2-1 0,4 0 0,6 7 0,8-3 0,8-9 0,4-2 0,-1-1 0,2-5 0,40-6 0,-21-29 0,-1-26 0,-21 10 0,-3-5 0,2-25 0,-6-5 0,-7 9 0,-9 0 0,-16-2 0,-9 5 0,4 21 0,-5 7 0,-10 12 0,0 6 0,1 4 0,17 0 0,10 2 0</inkml:trace>
  <inkml:trace contextRef="#ctx0" brushRef="#br0" timeOffset="18182">11266 9005 24575,'59'0'0,"-21"0"0,1 0 0,6 0 0,2 0 0,2 0 0,1 0 0,10 0 0,-2 0 0,-20 0 0,-2 0 0,0 0 0,-4 0 0,-10 0 0,-10 0 0,-3 0 0,1 2 0,-15 3 0,3-2 0,-8 2 0</inkml:trace>
  <inkml:trace contextRef="#ctx0" brushRef="#br0" timeOffset="19583">12162 8908 24575,'-4'60'0,"0"0"0,2-6 0,-1-3 0,-1-6 0,0-4 0,0 10 0,3-41 0,1-5 0,-1-3 0</inkml:trace>
  <inkml:trace contextRef="#ctx0" brushRef="#br0" timeOffset="21382">13641 7945 24575,'0'23'0,"0"30"0,0-7 0,0 9 0,0-5 0,0 8 0,0 3 0,0 1 0,0-7 0,0 2 0,0 1 0,0 1 0,0 0-599,0 1 0,0 1 0,0-1 0,0 1 0,0-1 599,0 0 0,0-1 0,0 0 0,0-1 0,0-4 0,0-1 0,0-2 0,0-2 0,0 0-113,0 16 0,0-1 1,0 0 112,0-2 0,0 0 0,0-1 0,0-4 0,0 0 0,0 3-35,-1 0 1,1 3 0,0 1 0,-1-2 34,0-4 0,0 0 0,1-1 0,-1 0 0,0 0 0,1 1 0,-1-3 0,0-2 0,0 0 0,0-2 0,1-9 0,0 12 0,0-31 0,0-13 0</inkml:trace>
  <inkml:trace contextRef="#ctx0" brushRef="#br0" timeOffset="24266">11069 8210 24575,'32'0'0,"-2"0"0,6 0 0,6-1 0,6 0 0,4 0-1085,-4-2 0,4 0 0,2 0 1,1-1 1084,-3-1 0,2 1 0,1-1 0,1-1 0,0 0-529,6-1 1,1-1 0,0 0 0,2 0 0,0 0 528,-6 1 0,1 0 0,0 0 0,1 0 0,0 1 0,1-1-259,-5 2 1,1-1-1,0 1 1,0 0-1,1 0 1,0 1-1,1 0 259,1 0 0,0 0 0,1 0 0,-1 1 0,2 0 0,-1 0 0,0 1 0,2-1 0,0 1 0,1 0 0,0 0 0,-1 1 0,0-1 0,0 0 0,-4 1 0,-1 0 0,1 0 0,-1 0 0,-1-1 0,1 1 0,0 0 0,-2 0 0,1-1 0,-1 1 0,0-1 0,1 1 0,-1-1 0,0 1 0,0-1 0,0 0 0,0 1 0,-1-1 0,1 1 0,0-1 0,-1 1 0,9-1 0,0 1 0,-1-1 0,1 1 0,0 0 0,-1 0 0,-7 0 0,-1 0 0,1 0 0,-1 0 0,0 0 0,1 0 0,-2 0-356,9 1 1,-1 0-1,0 0 1,0 0-1,0 0 1,-1 0 355,-2 0 0,1 0 0,-1 0 0,0 0 0,-1 0 0,1 0 0,-2 0 0,0 0 0,0 0 0,0 0 0,0 0 0,0 0 0,-1 0 0,1 0 0,0 0 0,-1 0 0,-1 0 0,0 0-54,4 0 0,-2 0 0,0 0 1,0 0-1,1 0 54,2 1 0,1 0 0,0 0 0,0 1 0,2 0 0,-4 0 0,0 1 0,1 1 0,1-1 0,0 1 0,1 0-88,-6-1 0,1 1 1,0 0-1,1 1 1,0-1-1,1 0 1,0 1 87,-2-1 0,1 0 0,0 1 0,1-1 0,0 1 0,-1 0 0,1-1 0,-2 1 0,7 0 0,-1 0 0,-1 0 0,1 0 0,-1 0 0,0-1 0,-1 1 0,-3 0 0,0-1 0,-1 0 0,0 0 0,0 0 0,0 1 0,-1-1 20,0 0 1,-2 1-1,1-1 1,0 1 0,-1-1-1,1 1 1,0 0-21,1 0 0,1 1 0,0 0 0,0 0 0,-1 0 0,1 0 0,0 0 0,0 0 0,-1 0 0,0 0 0,1 1 0,0-1 0,1 1 0,2 1 0,-4-1 0,1 0 0,2 1 0,1 0 0,0 1 0,0-1 0,-2 0 0,-1 0 0,-3 0 0,12 1 0,-4-1 0,-1 0 0,-1 1 0,0-1 0,1 0 317,1 1 1,2 1 0,-1 0 0,-1-1 0,-3-1 0,-4-1-318,1-1 0,-5-1 0,-2-1 0,0-2 0,-1-2 0,-1-1 0,1-1 0,4 0-67,3-2 0,2 0 0,3-1 0,1 0 0,1-1 67,-7 1 0,1-1 0,0 0 0,1 0 0,1-1 0,0 1 56,-4 0 0,2 0 0,-1-1 0,1 1 0,0 0 1,0-1-1,0 1-56,-1 1 0,0-1 0,0 1 0,0-1 0,0 1 0,-1 0 0,0 0 0,6 0 0,0 0 0,-1 0 0,0 1 0,-1-1 0,0 2 153,-2-1 1,-1 1 0,0 0 0,0 1 0,-2-1 0,0 2-154,6-1 0,-2 0 0,-1 2 0,0-1 0,-1 0-212,7 0 0,-1 1 0,-1 0 0,-1-1 212,-8 1 0,0 0 0,-2 0 0,-1 0 597,10 0 0,-1 0 0,-3 0-597,-6 1 0,-2 0 0,-1-1 0,14 2 0,-3-1 1593,-6 0 1,-3 0-1594,-11 1 0,-3-2 2555,11 0-2555,-19 0 1548,-10 0-1548,2 0 540,6 0-540,9 0 0,10 0 0,6 0 0,4 3 0,-3 2 0,-9 1 0,-6 3 0,-20-5 0,-3 0 0</inkml:trace>
  <inkml:trace contextRef="#ctx0" brushRef="#br0" timeOffset="25732">26649 7589 24575,'-1'44'0,"-1"0"0,1 9 0,-1 8 0,2-16 0,0 7 0,0 3 0,0 1 0,0-3-1280,0 7 0,0-2 1,0 1-1,0 4 1280,0-6 0,0 3 0,0 3 0,0 0 0,0 0 0,0-3 0,0 2 0,0-1 0,1-2 0,-1 1 0,-1 1 0,1 1 0,0 1 0,0 0 0,0 0 0,-1-1 0,0 1 0,0 1 0,0-1 0,-1 0 0,-1-1 0,0 0 0,0-1 0,-1 1 0,0-1 0,-1-1 0,0-1 0,-1 0 0,0 0 0,0-1 0,-1 0 0,0-1 0,0 0 0,-1-1 0,0 1 0,0-1 0,0-1 0,0-1 0,0 0 0,-1 0 0,1-1-155,-3 11 0,1-1 0,-1-1 1,-1 0 154,1-4 0,0 0 0,0-1 0,-1-1 68,1-4 0,1-1 0,-1-1 0,0 0-68,-2 11 0,0-1 0,1-1-150,1-6 1,1-1 0,1 0 149,2-4 0,-1-1 0,2-1 0,1-1 0,0-2 0,1 0 0,0 19 0,2-1 1126,-1-3 1,2 2-1127,0-15 0,1 1 0,0-1 910,0 10 1,0-3-911,0-3 0,0-3 614,0-10 1,0-4-615,0 1 611,0 4-611,0-17 0,0-3 0,0-3 0,-1 7 0,-1 6 0,-2 6 0,0 1 0,-1-8 0,2-6 0,2-6 0,0-10 0,1-13 0,0 3 0,0-6 0</inkml:trace>
  <inkml:trace contextRef="#ctx0" brushRef="#br0" timeOffset="27982">15623 7484 24575,'0'10'0,"0"9"0,0 13 0,0 11 0,0 4 0,0-9 0,0-12 0,-1-14 0,-4-23 0,-1-28 0,3 8 0,0-4 0,1-7 0,1 0 0,4-1 0,4 1 0,3 4 0,6 4 0,14 2 0,7 6 0,-2 8 0,1 8 0,5 11 0,-4 8 0,6 19 0,-24 20 0,-16-12 0,-7-10 0,-11-10 0,-16-7 0,-16-5 0,-7-4 0,4 0 0,13 0 0,18 0 0,9 0 0</inkml:trace>
  <inkml:trace contextRef="#ctx0" brushRef="#br0" timeOffset="28916">16273 7426 24575,'-12'0'0,"-1"2"0,1 5 0,0 11 0,4 13 0,4 10 0,2 4 0,2-1 0,6-4 0,27 3 0,1-21 0,23-2 0,-14-30 0,-20-19 0,-3-8 0,-6 5 0,-3-2 0,1-18 0,-8 0 0,-11 12 0,-9 6 0,-30-5 0,-2 17 0,1 29 0,31 6 0,10 2 0,6-2 0,0-6 0,1-2 0</inkml:trace>
  <inkml:trace contextRef="#ctx0" brushRef="#br0" timeOffset="30216">17112 7346 24575,'-23'0'0,"0"5"0,0 8 0,8 11 0,7 9 0,5 1 0,10-1 0,27 14 0,-10-11 0,14 16 0,-25-13 0,-15-1 0,-16-6 0,-39-6 0,5-14 0,18-6 0,2-3 0,1-3 0,18-6 0,26-10 0,10-2 0,8-3 0,14-8 0,5-3 0,-10 8 0,1-1 0,0 0 0,1-1 0,0 0 0,-2 2 0,10-7 0,-4 3 0,-13 8 0,-4 2 0,5 1 0,-21 20 0,-8 20 0,-6 23 0,-4 14 0,-1 5 0,0-8 0,3-15 0,5-10 0,4-6 0,6-2 0,2-4 0,-2-2 0,-4-9 0,-6-4 0</inkml:trace>
  <inkml:trace contextRef="#ctx0" brushRef="#br0" timeOffset="31116">17896 7122 24575,'0'44'0,"0"0"0,0-1 0,0 9 0,0-1 0,0-6 0,0 1 0,0-3 0,0 3 0,0-3 0,0-3 0,0-3 0,0 21 0,1-22 0,6-16 0,9-12 0,12-10 0,11-12 0,18-11 0,-21 8 0,-3-1 0,-26 17 0</inkml:trace>
  <inkml:trace contextRef="#ctx0" brushRef="#br0" timeOffset="31849">17790 7463 24575,'33'-2'0,"0"1"0,17-2 0,-11 3 0,-2 0 0,-5 1 0,-25 4 0,-8-4 0,-9 4 0</inkml:trace>
  <inkml:trace contextRef="#ctx0" brushRef="#br0" timeOffset="32382">18368 7469 24575,'0'52'0,"0"7"0,0-21 0,0 2 0,0-3 0,0-1 0,0 20 0,0-23 0,0-19 0</inkml:trace>
  <inkml:trace contextRef="#ctx0" brushRef="#br0" timeOffset="33149">18874 7560 24575,'-16'1'0,"1"2"0,9 8 0,1 11 0,1 11 0,2 7 0,0-1 0,6-8 0,36-10 0,-7-17 0,4-6 0,0-4 0,0-5 0,3-4 0,-6-5 0,-6-31 0,-17 0 0,-18 7 0,-18 14 0,-9 23 0,-5 7 0,6 6 0,1 1 0,-33 3 0,37 6 0</inkml:trace>
  <inkml:trace contextRef="#ctx0" brushRef="#br0" timeOffset="33916">19466 7604 24575,'0'46'0,"0"6"0,0 0 0,0-9 0,0-23 0,5-26 0,11-23 0,14-20 0,10-1 0,2 10 0,-5 17 0,-3 22 0,-9 20 0,-3 16 0,-14 9 0,-4-4-1696,-3-11 0,-1-15 0,0-8 0</inkml:trace>
  <inkml:trace contextRef="#ctx0" brushRef="#br0" timeOffset="38316">10904 7968 24575,'0'-18'0,"0"-17"0,0-26 0,0 19 0,0-3 0,0-5 0,1-1 0,0-2 0,1 1 0,1 1 0,2 2 0,-1 5 0,1 3 0,-1 6 0,0 3 0,2-4 0,4 15 0,24 18 0,2 0 0,6 1 0,-1-2 0,3 1 0,3-1 0,10-1 0,4 0 0,5 0 0,-9 2 0,5-1 0,2 1 0,2-1 0,-2 2-542,-8 0 1,-1 0 0,1 0 0,0 1 0,0-1 0,0 1 541,0-1 0,0 1 0,1 0 0,-1 0 0,-1 0 0,-1 0 0,6 1 0,0 0 0,-2 0 0,-2 0 0,-2 0-305,12 0 0,-4 0 0,-1 0 305,-2 0 0,-2 0 0,3 0-28,-4 2 0,1 0 1,2 1-1,-1 0 28,0 1 0,0 0 0,0 0 0,0 1 0,-1 0 0,0 0 0,0 0 0,-1 0-221,-1 0 0,-1 1 0,-1-1 0,-2 1 221,3-1 0,-4 0 0,1 0 0,1 0 0,0 1 0,0-1 0,1 1 0,0 0 0,-1 1 0,-2-1 0,-1 1 0,0 0 777,0-1 0,0 1 0,0 0-777,0 1 0,1-1 0,-1 1 0,1 0 0,-1 0 0,0 0 0,4 0 0,0-1 0,0 0 0,1 0 0,-1-1 0,1 0 0,1 0 0,-1-1 0,1 0 0,0 0 0,0-1 0,0 1 0,0-1 0,1 1 0,-1 0 0,2 0 0,1 0 0,-1 0-4,2-1 1,0 1 0,0-1 3,2 1 0,1-1 0,-1-1 0,0 1 0,-1-1 0,5 1 0,-12-2 0,3 0 0,1 0 0,1 0 0,-4 0 0,2-1 0,-3 0 0,0 0 0,3-1-364,1 2 1,3-1-1,1 1 1,-1-1 0,-3 0 363,0-1 0,-3 0 0,-1 0 0,1 0 0,2 0 0,1 0 0,0 0 0,0 0-52,-1 0 0,0 0 0,0 0 0,-2 0 52,-3 0 0,0 0 0,-2 0 0,0 0 0,10 0 0,-2 0 0,-2 0 163,-9 0 1,-1 0 0,-2 0-164,10-1 0,-3-2 456,-8-3 1,-5-3-457,18-19 2084,-16-14-2084,-3-3 0,-1 25 0,12 1 0,6 0 0,-2 1 0,-2 1 0,0 1 0,2 0 0,5 0-467,0 1 1,5 0 0,3-1 0,1 1 0,1 0-1,-2 2 467,-2 0 0,1 1 0,-1 0 0,1 1 0,1 0 0,0 1 0,-6 0 0,1 1 0,0-1 0,1 1 0,0 1 0,-1-1 0,1 1 0,0 0 0,0 1 0,0 0 0,1 0 0,-1 0 0,0 1 0,-1 0 0,0 0 0,-2 1 0,1-1 0,0 1 0,-1 0 0,0 1 0,-1-1 0,6 1 0,-1 0 0,0 1 0,0 0 0,-2 0 0,1 0-157,-5 1 0,-1 0 0,0 1 0,0-1 0,1 1 0,2 0 157,0 1 0,2-1 0,2 1 0,-1 0 0,0 0 0,-1 0 0,-4 1 0,6 0 0,-3 0 0,-2 1 0,1 0 0,2 0-257,-1 0 1,2 0-1,1 0 1,-1 0-1,-3 1 1,-4 0 256,1 1 0,-3 0 0,-3 1 0,0-1 0,14 1 0,0 0 0,-2-1-107,-2-1 0,-1 0 0,-1-1 107,-2-1 0,0 0 0,-1-1 0,-3 0 0,-1 0 0,0 0 0,-3 0 0,1 1 0,-1 0 0,19 2 0,-1 1 0,-5 1 0,-1 1 0,-2 2 0,-2 0 1726,-2 1 1,-2 0-1727,0 0 0,-1 0 520,1-1 1,0 0-521,0-2 0,1-1 1002,-2-1 0,-1 0-1002,-2-2 0,-1 0 237,-5-1 1,-2 0-238,21 1 0,-21-2 0,-15 0 0,-3 0 0,15 0 0,26 0 0,-18 2 0,4 0 0,8 2 0,2 2 0,1 1 0,1 3 0,-3 1 0,-1 1 0,-5 0 0,-2 1 0,-3 0 0,0-1 0,-2-1 0,-1-1 0,-2 0 0,-1-1 0,-3-1 0,-1-2 0,22 5 0,-16-5 0,-13-3 0,-13 0 0,-6 1 0,-4 0 0,-1 3 0,5 0 0,5 4 0,9 2 0,5 1 0,4 0 0,3-1 0,1-2 0,2-3 0,-3-2 0,-6-2 0,-6-1 0,-11-2 0,-5-1 0</inkml:trace>
  <inkml:trace contextRef="#ctx0" brushRef="#br0" timeOffset="41683">15272 8051 24575,'0'50'0,"0"0"0,0-3 0,0 3 0,0 1 0,0 4 0,0-2 0,0-7 0,0-1 0,0 1-613,0 5 0,0 1 0,0 1 613,2 6 0,1 1 0,0 2-374,0-10 1,0 0-1,1 1 1,0 1 373,1 2 0,0 1 0,0 0 0,1 0 0,-1 1 0,2-1 0,-1 1 0,-1 0 0,1-1 0,-1-1 0,0 1 0,-1-1 0,1 1 0,-1 0 0,0-1 0,0 1 0,0 1 0,-1-1 0,-1 1 0,1-1 0,-1-1 0,0 0 0,-1 0 0,1 0 0,-1-2 0,-1-1 0,1 1 0,0-1 0,-1-2 0,1-1 0,-1 0 0,1 0-51,0 14 0,0 0 1,0-2 50,0-3 0,0-2 0,1 0 0,-1-2 0,0 0 0,1-2 0,-1-3 0,0-1 0,1-1-70,0-3 1,1-1-1,0 0 70,2 20 0,2-2 0,0-4 0,2 0 0,-1-2 0,0 1 0,-1-4 0,0 1 404,-1-2 1,-1 1-405,-1-3 0,0 0 792,-1 0 0,1-1-792,-2-1 0,1 0 525,0-1 0,0 0-525,0-3 0,1-2 125,-1-4 1,0-3-126,4 18 0,-4-19 0,-1-14 0,0-9 0,-2-6 0,1-2 0</inkml:trace>
  <inkml:trace contextRef="#ctx0" brushRef="#br0" timeOffset="43266">13637 10884 24575,'0'50'0,"0"1"0,0-4 0,0 4 0,0-2 0,0 7 0,0 2 0,0-5 0,0 0 0,0-4 0,0 6 0,1-4 0,0 5 0,1 2 0,-1-2 0,1-5 0,0 3 0,-1-4 0,2 1-300,0 13 1,2 3 0,-1-6 299,1 0 0,0-5 147,0-6 1,1-1-148,1 7 0,0-3 149,2 11-149,-5-28 0,0-5 0,-2-14 0,0-2 454,2-9-454,-2 2 0,-4 8 0,-8 11 0,4-12 0,-3 4 0</inkml:trace>
  <inkml:trace contextRef="#ctx0" brushRef="#br0" timeOffset="44799">14287 8774 24575,'-24'26'0,"-1"5"0,-3 17 0,6 7 0,10 3 0,10-21 0,10-2 0,17-9 0,10-7 0,11-7 0,5-10 0,3-11 0,-2-13 0,-13-8 0,-3-8 0,-6 1 0,-8-1 0,-9-1 0,-4-10 0,-15 5 0,-28 20 0,-11 10 0,0 4 0,-2 3 0,-3 3 0,3 4 0,-14 8 0,43 3 0,5 3 0,1 11 0,5-14 0,3 7 0</inkml:trace>
  <inkml:trace contextRef="#ctx0" brushRef="#br0" timeOffset="45715">14035 9004 24575,'30'0'0,"24"0"0,3 0 0,6 0 0,-10 0 0,1 0 0,-9 0 0,0 0 0,-3 0 0,-1 0 0,-4 0 0,24 0 0,-27-1 0,-15 1 0,-16-1 0</inkml:trace>
  <inkml:trace contextRef="#ctx0" brushRef="#br0" timeOffset="46582">14697 9038 24575,'45'-13'0,"-12"6"0,21-6 0,-23 12 0,-17 39 0,-32 22 0,3-25 0,-4 0 0,-10 0 0,-3-4 0,-22-1 0,7-14 0,14-9 0,26-6 0,25-1 0,27-1 0,10-1 0,-14 0 0,1 1 0,21-3 0,1 1 0,-12 2 0,-6 0 0,-1-1 0,6 2 0</inkml:trace>
  <inkml:trace contextRef="#ctx0" brushRef="#br0" timeOffset="48349">17284 8051 24575,'0'26'0,"0"14"0,0 14 0,0 2 0,0-10 0,-1 2 0,1 3 0,-1 4-1273,1-1 1,-1 5 0,0 2 0,0 2 0,0 0-1,0 0 1273,0-8 0,0 1 0,0-1 0,0 1 0,-1 1 0,1 0 0,0 1-353,0-1 1,0 0-1,0 1 1,0 1-1,0 0 1,0 1-1,0-1 1,0 0 352,1 3 0,-1 0 0,0 0 0,0 1 0,1-1 0,-1 1 0,0-1 0,1 0 0,0-2 0,-1 0 0,1-1 0,0 0 0,0 1 0,0 1 0,0 0 0,0 2 0,-1-5 0,1 2 0,0 2 0,0 0 0,0 0 0,0 1 0,0-2 0,1-1 0,-1-2 0,0-2 0,0 5 0,0-3 0,0-2 0,0-1 0,0 0 0,0 1 0,0 2 0,-1-1 0,1 2 0,0 1 0,0 0 0,0 0 0,-1-3 0,1-2 0,-1-4 275,-1 17 1,0-6-1,0-3 1,0-1-276,-1-6 0,0-2 0,0 0 0,-1 1 0,-2 6 0,0 1 0,0-1 0,-1-4 0,2-4 0,0-3 0,-1 1 0,-1 7 0,0 1 0,1-5 0,1-6 0,1-4 1461,1-5 0,0 0-1461,0-2 0,2-1 4963,-1 28-4963,2-7 1467,0-6-1467,0-19 0,0-10 0,0-14 0</inkml:trace>
  <inkml:trace contextRef="#ctx0" brushRef="#br0" timeOffset="49649">16043 8440 24575,'-27'28'0,"2"11"0,0 7 0,6-5 0,0 3 0,3-2 0,0 4 0,4-2 0,3 4 0,4-1 0,1-2 0,3-2 0,3-5 0,6-4 0,27 16 0,19-30 0,13-17 0,-10-20 0,2-14 0,0 0 0,-5 7 0,-1 0 0,-4-7 0,-11-2 0,-2-4 0,-4-3 0,-8 2 0,-5-16 0,-13 2 0,-12 8 0,-10 5 0,-13 5 0,-9 7 0,-12 7 0,-6 7 0,-6 4 0,-4 6 0,17 6 0,-1 4 0,5 0 0,1 1 0,4 1 0,0 1 0,8 1 0,19 2 0</inkml:trace>
  <inkml:trace contextRef="#ctx0" brushRef="#br0" timeOffset="50515">15666 8851 24575,'14'0'0,"17"0"0,23 0 0,8 0 0,-8-1 0,1 0 0,-3 0 0,4-1 0,-3 0 0,5 0 0,-4-1 0,-5 1 0,-2 0 0,-9 0 0,-2 2 0,17 0 0,-29 0 0,-15 0 0</inkml:trace>
  <inkml:trace contextRef="#ctx0" brushRef="#br0" timeOffset="51565">16477 8957 24575,'37'0'0,"-9"0"0,15 0 0,-24 1 0,-9 2 0,-7 8 0,-7 7 0,-6 8 0,4-10 0,1-2 0,22-12 0,15-1 0,-1 7 0,2 5 0,-6 5 0,0 2 0,21 23 0,-35 8 0,-41-17 0,-24 0 0,14-18 0,-3-3 0,-5 0 0,-1-2 0,3-3 0,1-2 0,5-1 0,3-1 0,-11-1 0,25-3 0,13 0 0</inkml:trace>
  <inkml:trace contextRef="#ctx0" brushRef="#br0" timeOffset="53449">19783 8351 24575,'0'47'0,"0"1"0,0 0 0,0 0 0,0 1 0,0 5 0,0-5 0,0 2 0,0 3 0,0 3 0,0 2-1059,0-5 1,0 4-1,0 2 1,0 0-1,0 1 1,0-1-1,0-4 1059,0 1 0,0-4 0,0 0 0,0 0 0,0 2 0,0 2 0,0 2 0,0 2 0,0 2 0,0 1 0,0 0 0,0-1 0,0-2-145,0 5 0,0-1 1,0-1-1,0 0 0,0-3 1,0-2 144,0-4 0,0-2 0,0-2 0,0 0 0,0 2 144,0 8 0,0 2 0,0 0 0,0-3 0,0-5-144,0 2 0,0-6 0,0 0-99,0-3 1,1 0-1,1-1 99,1 17 0,1-1 0,1-1 0,1-2 0,1-5 0,1-2 1589,-1-6 1,0-2-1590,0-5 0,-1-2 2814,3 23-2814,-3-12 1392,-2-12-1392,-1-7 469,1 1-469,-3 9 0,0 6 0,-1-3 0,0 3 0,0-2 0,0 2 0,0 11 0,0 1 0,0-5 0,0-3 0,0-4 0,0 0 0,2 10 0,1 0 0,0-8 0,0-1 0,0-1 0,0-2 0,2 15 0,-5-30 0,0-7 0,0-8 0,0-4 0,0-3 0,0 2 0,0 5 0,0 3 0,0 1 0,0-1 0,0-9 0,0-2 0</inkml:trace>
  <inkml:trace contextRef="#ctx0" brushRef="#br0" timeOffset="55048">17962 8381 24575,'-28'35'0,"0"-1"0,6 7 0,2 6 0,2-1 0,1 8 0,2 2 0,3-3 0,2 3 0,3-5 0,7-1 0,5-4 0,4-3 0,8-4 0,9-10 0,7-7 0,11-6 0,5-9 0,8-12 0,0-9 0,0-10 0,-5-13 0,-18-4 0,-5-8 0,-5 1 0,0-6 0,-9-1 0,-10-14 0,-17 7 0,-11 32 0,-11 9 0,-27 4 0,-6 8 0,17 3 0,-2 3 0,4 4 0,-4 3 0,7 1 0,11 0 0,3 2 0,-6 4 0,6 1 0,10 0 0,6 0 0</inkml:trace>
  <inkml:trace contextRef="#ctx0" brushRef="#br0" timeOffset="55849">17628 8943 24575,'40'0'0,"-1"0"0,9 0 0,1 0 0,3 0 0,1 0 0,1 0 0,6 0 0,1 0 0,-4 0 0,11 0 0,-12 0 0,-18 0 0,-20 0 0</inkml:trace>
  <inkml:trace contextRef="#ctx0" brushRef="#br0" timeOffset="57099">18974 8721 24575,'-30'26'0,"-16"16"0,16-14 0,-1 1 0,-3 2 0,-1 0 0,2-3 0,2-3 0,-4 1 0,9-10 0,25-21 0,34 1 0,10 0 0,12 3 0,6 1 0,-7 0 0,-1 0 0,0 1 0,-3-2 0,-10-4 0,-8-4 0,-12-11 0,-5-10 0,-12 25 0,-3 25 0,0 17 0,0 4 0,0 24 0,0-1 0,0-47 0,-1-25 0,0 3 0,0-4 0</inkml:trace>
  <inkml:trace contextRef="#ctx0" brushRef="#br0" timeOffset="60349">22754 8504 24575,'0'35'0,"0"-1"0,0 10 0,0 5 0,0-5 0,0 5 0,0 2-1150,0 10 1,0 3 0,0 3 1149,0-11 0,0 1 0,0 2 0,0 0 0,0 4 0,0 1 0,0 0 0,0 0-386,0 1 1,0-1 0,0 1 0,0-1 385,0-1 0,1 0 0,-1 0 0,-1 4 0,0-10 0,-1 2 0,-1 3 0,0-1 0,0-1 0,-1-4 0,0-1 0,0-4 0,-1 0 0,-1 0 0,0 2 0,-2 10 0,0 2 0,-1 0 0,-1 0 0,-2-3 0,0-6 0,-3-2 0,0-1 0,0-2 0,1-2 373,-2 13 0,0-4 1,1 3-374,-1 2 0,0 5 0,1-2 0,4-8 0,1 3 0,3-5 0,-1 10 0,1-5 0,5-6 1603,0-15-1603,2-6 2266,0 0-2266,0 25 0,0 1 0,0 3 0,0-17 0,-1 0 0,-1 13 0,1-4 0,-2 0 0,-1 5 0,2-10 0,1 0 0,-1 9 0,2-18 0,0 0 0,0 14 0,0-11 0,0-15 0,0-14 0,0-24 0,0 6 0,0-13 0</inkml:trace>
  <inkml:trace contextRef="#ctx0" brushRef="#br0" timeOffset="61666">21081 8678 24575,'-13'-3'0,"-10"3"0,-18 14 0,-5 17 0,21-8 0,2 3 0,3 5 0,4 3 0,5 15 0,6 0 0,7-15 0,6-1 0,12 8 0,10-8 0,10-15 0,9-12 0,8-12 0,9-9 0,-5-3 0,-16 3 0,-3-2 0,0-3 0,14-10 0,1-5 0,-12-2 0,-12-9 0,-14-2 0,-8 7 0,-14 3 0,-38 2 0,-15 7 0,14 12 0,-4 6 0,-12 7 0,-7 6 0,8 3 0,15 2 0,4 1 0,-2 4 0,9 0 0,17-3 0</inkml:trace>
  <inkml:trace contextRef="#ctx0" brushRef="#br0" timeOffset="62649">21166 8895 24575,'7'-3'0,"21"0"0,11 4 0,14 4 0,4 3 0,2-2 0,0 2 0,2 4 0,-7 1 0,-7 5 0,-22-7 0,-14-7 0</inkml:trace>
  <inkml:trace contextRef="#ctx0" brushRef="#br0" timeOffset="63716">20708 8928 24575,'55'0'0,"-23"0"0,2 0 0,8 0 0,3 0 0,-3 0 0,3 0 0,-1 0 0,11 0 0,-2 0 0,2 0 0,-5 0 0,4 0 0,-28 0 0,-3 0 0,15 0 0,-9 0 0,-7 0 0,-16 0 0,-8 0 0</inkml:trace>
  <inkml:trace contextRef="#ctx0" brushRef="#br0" timeOffset="64699">21915 8833 24575,'-30'19'0,"1"0"0,-16 12 0,13-6 0,4 0 0,8 0 0,31-13 0,27-8 0,19-4 0,2 0 0,-8 7 0,-14 14 0,-11 16 0,-6 12 0,-8 0 0,-4-8 0,-6-14 0,-15-10 0,-16-8 0,-22-5 0,4-4 0,-3 0 0,15 1 0,2-2 0,-11-3 0,6 0 0,14 2 0,12-6 0</inkml:trace>
  <inkml:trace contextRef="#ctx0" brushRef="#br0" timeOffset="65382">21825 8818 24575,'45'0'0,"-12"-3"0,5-2 0,13-2 0,3-1 0,6 0 0,1 1 0,-5-1 0,-2 2 0,-10 3 0,-4 2 0,10 1 0,-27 0 0,-24 0 0,-1 0 0,-6 0 0</inkml:trace>
  <inkml:trace contextRef="#ctx0" brushRef="#br0" timeOffset="66315">23903 8595 24575,'0'18'0,"0"13"0,4 14 0,11 4 0,19-8 0,11-29 0,6-12 0,-12-7 0,-1-7 0,18-13 0,-6-14 0,-27 1 0,-6-8 0,-6 1 0,-1-7 0,-10 1 0,-6-14 0,-18 10 0,-14 34 0,-12 9 0,1 4 0,-9-1 0,-1 6 0,5 5 0,-2 4 0,8 1 0,-9 6 0,23 4 0</inkml:trace>
  <inkml:trace contextRef="#ctx0" brushRef="#br0" timeOffset="67349">23666 8630 24575,'22'0'0,"28"0"0,-3 0 0,10 0 0,-2 0 0,-10 0 0,-2 0 0,3 0 0,2 0 0,3 0 0,1 0 0,-6 0 0,13 0 0,-5 0 0,-8 0 0,-3 0 0,-5 1 0,-4-2 0,-1-1 0,-23-1 0,-13 0 0,-11 0 0</inkml:trace>
  <inkml:trace contextRef="#ctx0" brushRef="#br0" timeOffset="68182">25084 8472 24575,'-57'29'0,"29"-12"0,-1 3 0,-5 6 0,1 2 0,2 5 0,2 3 0,2 4 0,2 1 0,5-4 0,4 0 0,3 3 0,4 4 0,3 3 0,3 4 0,5-2 0,14 14 0,11-3 0,0-12 0,5-1 0,4-7 0,12-5 0,3-13 0,7-18 0,-5-13 0,-11-22 0,-46-11 0,-20 18 0,-11 4 0,-15 2 0,-7 4 0,14 7 0,-2 1 0,1 4 0,-21 5 0,6 3 0,22-5 0,5 1 0,-8 12 0</inkml:trace>
  <inkml:trace contextRef="#ctx0" brushRef="#br0" timeOffset="75833">12908 14524 24575,'63'-3'0,"-1"0"0,1 0 0,0 0 0,-2-1 0,2 0 0,2 0 0,1 0 0,1-2 0,-5 1 0,2-1 0,0 0 0,1-1 0,1 0 0,0 0-1054,-6 0 0,3 0 0,-1-1 0,1 0 0,-1 0 0,-1-1 0,-1 0 1054,0-1 0,-1-1 0,-1 0 0,-1 0 0,1-1 0,0 1 0,3-1 0,-1 0 0,1-1 0,1 1 0,1-1 0,2 1 0,-5 0 0,2 1 0,1 0 0,2-1 0,-1 1 0,0 0 0,-2 0 0,-3 1 0,6-1 0,-4 0 0,-2 1 0,1 0 0,1 1 0,2-1 0,-8 2 0,3-1 0,0 1 0,1 0 0,0 0 0,0 0 0,-1 2 0,0 0 14,3 0 1,-1 2 0,0 0 0,0 0 0,0 1 0,0 0 0,2-1-15,-4 0 0,1 1 0,0-1 0,1 0 0,0 0 0,0 0 0,0 0 0,-1 1 0,-1-1 0,0 1 0,-1 0 0,1 0 0,0 0 0,-1 0 0,0 0 0,0-1-113,7 0 1,1-1 0,0 0 0,-1 1 0,-1-1-1,-3 0 1,-3 0 112,3 0 0,-4 0 0,-2 0 0,0 0 0,0-1 0,-2 1 0,0 0 0,-1 0 0,2 0 0,2 0-143,1 1 1,3 0 0,0 1-1,2 0 1,0 0 0,0 0 142,2 0 0,0 1 0,2 0 0,-1 0 0,0 0 0,0 0 0,-1 1 0,0-1 0,0 1 0,0 1 0,0-1 0,-1 1 0,-2 0 0,0 1 0,-1 0 0,0 0 0,-1 0 0,0 0 0,5 1 0,-1-1 0,-1 0 0,-1 0 0,-1 1 723,5-1 1,0 1-1,-3 0 1,-1-1-724,-6 0 0,-1 0 0,-2 0 0,-4-1 806,14 0 1,-8-1-807,11-3 0,-9 0 0,10 1-126,-12 0 0,6 1 0,3-1 0,3 1 126,-10 0 0,3 0 0,2 1 0,1-1 0,1 0 0,1 1-467,-2 0 1,2 0 0,0 0-1,2 0 1,0 0 0,0 0-1,0 0 467,-6 1 0,0-1 0,1 0 0,0 1 0,0 0 0,0-1 0,0 1 0,-1 1 0,0-1 0,-1 1 0,1-1 0,-1 1 0,0 0 0,0 1 0,1-1 0,-1 0 0,0 1 0,1 0 0,-1 0 0,1 0 0,-1 0 0,0 0 0,0 0 0,0 1-375,5 0 0,0 1 0,-1-1 0,0 1 0,0 0 1,0 0-1,-1 0 375,0 1 0,-1-1 0,0 1 0,0 0 0,-1 0 0,0 1 0,-1-1-106,5 1 1,-2 0-1,0 0 1,0 1-1,0 0 1,2-1 105,-4 1 0,1 0 0,1 0 0,0 1 0,0-1 0,0-1 0,-1 1 0,-3-2 0,0 0 0,0-1 0,0 0 0,0 0 0,-1 1 0,1-1 79,8 1 0,0 0 0,0 0 0,0 0 0,-2-1 0,0-1-79,3-2 0,-1-1 0,-1 0 0,0-1 0,1 0 0,0-1 0,2 0 0,-1 0 0,-1-1 0,-3 1 0,1 0 0,-3 0 0,0 0 0,3 0 0,-2 0 0,4 0 0,0 0 0,-1 1 0,-5 0 647,-4 0 0,-4 1 0,-1 0 0,0 1-647,1-1 0,-1 2 0,1-1 0,-1 1 0,2-1 0,-1 2 0,0-1 0,0 0 0,15 1 0,-1 0 0,-1 0 0,-3 0 0,0 0 0,-3-1 1024,-5 0 0,-2-2 0,-2 1-1024,10-1 0,-4 0 530,-14 0 1,-4 0-531,8 0 666,-24 0 0,-13 0 0,-3 0 0</inkml:trace>
  <inkml:trace contextRef="#ctx0" brushRef="#br0" timeOffset="78348">14464 13649 24575,'-3'48'0,"2"-10"0,0 7 0,0 1 0,1 6 0,1 6 0,-1-11 0,0 5 0,0 2 0,0 3 0,0 2 0,0-1-659,0 1 1,0 1-1,0 2 1,0 1-1,0 1 1,0 2-1,0 1 659,0-11 0,0 2 0,-1 1 0,1 1 0,0 2 0,0-1 0,0 0 0,0-1 0,0-1 0,1-2-329,-1 5 0,0 0 0,0-1 0,1-1 0,-1-1 0,0 0 0,1-1 0,-1 0 329,1 2 0,-1 1 0,0-1 0,1-1 0,-1-2 0,1-2 0,-1-3 0,2 15 0,0-4 0,0-3 0,0-5 508,0 0 1,0-4 0,0-3-509,0 17 0,1-9 0,-1-13 0,-1-45 2008,-1-29-2008,0 3 3708,0-20-3708,0 23 0,0 9 0,0 8 0</inkml:trace>
  <inkml:trace contextRef="#ctx0" brushRef="#br0" timeOffset="84199">14496 13622 24575,'29'0'0,"28"0"0,-8-2 0,12-2 0,-14 0 0,8-1 0,3 0 0,0-1 0,-2 0-1065,1 1 0,-2 1 0,1-1 0,4 0 1065,-7-1 0,4 1 0,1-1 0,1 0 0,-3 1 0,-3 0 0,6 1 0,-3 1 0,-2 0 0,1 1 0,1 0 0,0 0 0,-1 1 0,1 0-104,-2 0 1,1 0 0,-1 1 0,0-1 103,-1 1 0,1 0 0,-1 0 0,0 0 0,-1 0 0,0 0 0,0 0 0,-1 0 0,14 0 0,-1 0 0,3 0 0,-16 0 0,3 0 0,2 0 0,-2 0 0,-2 0 0,-2 0 0,-2 0 0,0 0 0,2 0 0,10 0 0,3 0 0,0 0 0,-1 0 264,-7 0 0,-1 0 1,0 0-1,-1 0-264,0 0 0,0 0 0,0 0 0,-1 0 0,-2 0 0,0 0 0,0 0 0,-2 0 0,8 0 0,-1 0 0,0 0 0,-2 1 0,-1 0 0,-2 0 0,10 1 0,0-1 0,-7 2 0,1-1 0,-2 1 0,4 0 0,-2-1 0,0 1 0,2-1 0,-6-1 0,2-1 0,-1 1 0,9-1 0,1 0 0,-7 0 0,2 0 0,-1 2 0,9 0 0,-1 1 0,-18-1 0,1 1 0,0 0 557,2 0 1,0 0-1,0 1-557,1 0 0,-1-1 0,1 1 0,-1-1 0,-1 1 0,1-1 0,1 0 0,0-1 0,1 0 499,12 0 0,1 0 0,-1-1-499,-7-2 0,-1 0 0,0-1 0,-4-1 0,1 0 0,-6-3 0,4-2 0,-9-4 0,-6-9 0,22-1 0,-9 11 0,13 1 0,9-1 0,3 1 0,-17 4 0,3-1 0,4 1 0,2 0 0,2 0 0,0 0 0,0 0 0,-1 0-558,-6 0 0,-1 1 1,1-1-1,0 1 1,0 0-1,1 0 1,0 0-1,2 0 0,-1 0 558,1 1 0,1 0 0,2-1 0,-1 1 0,2 0 0,-1 1 0,-1-1 0,0 2 0,-1-1 0,-2 1 0,7 0 0,-1 1 0,-1 0 0,-1 1 0,-1 0 0,-1 0 0,0 1 0,-1 0-148,0 1 0,-1 1 1,-1 1-1,0-1 1,-1 1-1,1 1 1,1-1 147,4 0 0,0 0 0,2 0 0,-1 1 0,-1 0 0,-1 0 0,-2 0 0,-1 1 0,-2 0 0,0 0 0,-2 0 0,0 0 0,-1 0-54,7-1 0,-2 1 1,0-2-1,0 0 0,-1-1 54,-1-2 0,1-2 0,-1-1 0,-2 0 0,-2 1 0,2 0 0,-3 0 0,-1 0 0,-1-1 0,14-2 0,-1 0 0,-5 1 0,4 3 0,-5 0 0,-1 0 0,-2 0 0,-3 0 0,-2 0 0,-5 0 0,1 0 2496,10 1 0,-1 0-2496,-17 1 0,-1 0 691,7 0 1,-2 0-692,0 1 393,-10-2-393,-3-8 0,-13-2 0,-3-6 0,22 3 0,-2 5 0,6-1 0,5 1 0,7 0 0,2 0-467,-2 0 1,2 0 0,3 0 0,0 1 466,-7 0 0,1 1 0,0 0 0,2 0 0,3 1 0,3 0 0,4 1 0,2 0 0,-1 1 0,-1 0 0,-4 0 0,8 0 0,-5 0 0,0 1 0,2 0 0,-6 1 0,2 0 0,1 0 0,-3 0 0,-3 0-250,14 0 1,-5 1 0,-4 0 249,1-1 0,-2 2 0,-13-1 0,0 0 0,-6 0 0,9 3 0,-18-2 0,-17 3 1790,-6-2-1790,-7 4 823,-9 0-823,-6 8 0,-11 18 0,9-6 0,-1 5 0,-2 12 0,1 6 0,4-7 0,0 3 0,1 3-531,-1 10 0,1 4 0,0 2 531,3-8 0,1 3 0,0 1 0,0 1-539,2-6 0,-1 1 0,1 1 0,0 1 0,0 0 539,1-5 0,0 0 0,0 1 0,-1 0 0,1 1 0,0 0-436,-1 2 1,1 0-1,-1 0 1,0 1-1,0 0 1,-1-1 435,0 1 0,0 0 0,0 0 0,0-1 0,0 1 0,-1-2 0,1-1 0,0-1 0,0 1 0,0-2 0,0 0 0,0 0 0,-2 6 0,0-1 0,1 0 0,-1-1 0,1-2-192,-2 6 1,1-2-1,0-1 1,0-1 191,-1 7 0,0-3 0,-1 0 275,1-1 0,-1-2 1,2-5-276,1-6 0,1-4 1135,0 3 0,0-8-1135,1-19 3062,-13-10-3062,-29 1 0,10-5 0,-5 0 0,-12 1 0,-5-1 0,14-2 0,-3 0 0,-1-1-9,-4 1 1,-2-1 0,-2 0 8,10-1 0,0-1 0,-2 1 0,-1-1-438,-5 0 0,-1 0 0,-1 0 0,-1-1 438,7 1 0,0 1 0,-1-1 0,-1 0 0,0 0-521,-5 0 0,-1 0 0,-1 0 1,0 0-1,-1 0 521,7 0 0,0 0 0,0 1 0,-1-1 0,-1 1 0,1-1-432,-3 1 0,0 0 0,-1 0 0,0 0 0,0 0 0,0 1 432,-2-1 0,1 0 0,-1 0 0,0 0 0,0 0 0,0 1 0,-1 0 0,0-1 0,-1 1 0,1 0 0,0 1 0,-1-1 0,2 1 0,-1 0 0,0 0 0,1 0 0,-1 1 0,1-1 0,1 1 0,0 0 0,0 1 0,1-1 0,-1 1 0,1 0 0,2 0 0,0 0 0,0 1 0,1-1 0,0 1 0,0-1 0,-6 2 0,-1 0 0,2 0 0,-1 0 0,2 0-172,3 0 0,0-1 1,1 0-1,1 0 1,-1 0 171,4 0 0,0-1 0,0 0 0,0 0 0,1 0 0,-11 1 0,0 0 0,0 0 0,0 0 0,1 0 0,0-1 0,0 1 0,0 0 0,0 0 0,-1 0 0,0 0 0,0 0 0,1 0 0,0 0 0,0 1 0,0-2 0,-1 2 0,0-1 0,0 0 0,-1-1 0,13-1 0,0 0 0,0-1 0,0 0 0,-1 1 0,0-1 0,-1 0 0,1 1 0,-1-1 0,-1 0 0,0 0 0,-2-1 0,1 0 0,-1 1 0,1-1 0,-1-1 0,-1 1 0,1-1 0,0 0 0,0 1 0,1-1 0,-1 0 0,1 1 0,1-1 0,0 0 0,-7 0 0,1-1 0,2 1 0,1-1 256,6 0 0,2 1 0,1-1 0,3 0-256,-6 0 0,2 0 0,4 0 1085,-6-1 1,6 0-1086,-15 1 3097,28 0-3097,2 0 0,-6-1 0,-8 1 0,-6-1 0,-5 1 396,2-1 0,-4 1 1,-4-1-1,-3-1-396,14 0 0,-4-1 0,-2 1 0,-2-2 0,1 1 0,0 0 0,2-1 0,-3 1 0,1-1 0,0 0 0,1 0 0,0 0 0,1-1-181,-10 0 0,0-1 0,1 0 0,3 0 0,3 1 181,5-1 0,3 0 0,3 0 0,4 1 0,-12-1 0,6 1 0,4 2 0,1 0 0,3 0 0,1 1 0,3 1 0,0-1 0,-4 1 0,2 0 862,-16 0-862,-6 0 1506,25 0-1506,0-1 0,4 0 0,-4-1 0,-16 2 0,-5-1 0,-3-1 0,-2 1 0,13 1 0,-2 1 0,2 0 0,-13 1 0,1 1 0,-1 0 0,-4 2 0,20-2 0,-5 0 0,0 0 0,4 0 0,2 0 0,3-1 0,-1 0 0,-16 1 0,-1-1 0,7 0 0,15-2 0,6 0 0,-17-2 0,22-6 0,15-5 0,6-5 0,4 2 0,0 3 0,0 7 0,0 5 0,-10 1 0,-10-1 0,7 0 0,-2-1 0</inkml:trace>
  <inkml:trace contextRef="#ctx0" brushRef="#br0" timeOffset="91299">3244 14397 24575,'44'0'0,"-1"0"0,1 0 0,9-3 0,6-1 0,3-2 0,3 2 0,-6 1 0,5 0 0,1 1 0,2 0 0,0-1 0,-2 0-1071,-1-1-1,-1 0 1,0-1 0,0 0 0,1 1 0,0 0 1071,-6 1 0,1 1 0,1 0 0,0-1 0,-1 1 0,-2 1 0,-3-2 0,9 1 0,-4 0 0,-1-1 0,-1 1 0,1 0 0,0-1 0,-1 1 0,0 0 0,1 0 0,2 0 173,-3 0 0,3 0 1,0 0-1,0 1 0,0-1 1,-2-1-174,4 0 0,0-1 0,-2 1 0,0-1 0,1 1 239,2 1 0,1 1 1,0 0-1,-3 0 0,-3 0-239,-3-1 0,-2-1 0,-4 0 0,-2 2 0,1 0 0,-5 1 0,-1 1 0,8-1 0,-3 0 1687,-5 0 1,0 0-1688,3 0 0,1 0 408,-5 0 0,0 0-408,3-1 0,1 0 0,-5-1 0,0-1 0,5 1 0,3 0 0,6-1 0,5-1 0,-2 1 0,7-1 0,0-1 0,-5 2 0,3-1 0,-4 0 0,2-2 0,-4 1 0,5 0 0,1 0-148,-18 2 1,0 0 0,1 1 147,2 0 0,0 1 0,0-1 0,2 1 0,0 1 0,0-1 0,-2 1 0,1 0 0,2 0 0,0 0 0,2 0 0,1 0 0,-3 0 0,4 0 0,-3 0 0,2 0 0,11 0 0,1 0 0,-4 0 0,3 0 0,-4 0 0,-5 0 0,1 0 0,-8 1 0,3 1 0,-2 0 0,10 2 0,0 0 0,-7 0 0,2 1 0,-2 0 0,11 3 0,0 0 0,-17-4 0,1 1 0,3-2 0,5 0 0,5-1 0,1-1 0,-4 1 0,0-1 0,-2 0 0,2-1 0,-2 0 0,3 0 0,-1 0 0,-6 0 0,17 2 0,-8 1 0,-22 0 0,-3 2 0,-2-1 0,-1 1 0,11 2 0,-3-4 0,7-2 0,-3-1 0,5 0 0,2 0-385,11 0 1,3 0 0,1 0 384,-13 0 0,2-1 0,-1 1 0,0 1 0,0-1 0,0 1 0,-1-1 0,-1 1 0,11 1 0,-1-1 0,-1 2 0,-7 0 0,-1 0 0,0 2 0,7 1 0,1 0 0,-2 1 0,-10-3 0,-3 0 0,1 0 0,4 1 0,1 0 0,-5-2 0,-1-1 0,-6-1 0,21-1 797,-26 0 1,2 0-798,5 0 0,3 0 0,11 0 0,2 0 0,-3 0 0,-1 0 0,-11 0 0,-3 0 0,13 0 0,-30 0 0,-16 0 0</inkml:trace>
  <inkml:trace contextRef="#ctx0" brushRef="#br0" timeOffset="95899">3147 15551 24575,'55'0'0,"0"0"0,6 0 0,8 0 0,-15-1 0,6 1 0,5-2 0,4 1 0,0-1-727,-16 1 1,1-1 0,1 0 0,1 0 0,2-1 0,2 1 0,1-1 0,2 1 726,-5-1 0,2 0 0,2 1 0,2-1 0,0 0 0,2-1 0,0 1 0,1 0 0,-1 0 0,1-1 0,0 1-213,-6-1 1,0 1 0,1 0 0,0-1 0,1 1 0,-1-1 0,2 0 0,-1 1 0,0-1 0,1 0 0,-1 1-1,1-1 1,-1 0 212,-2 0 0,-1 1 0,1-1 0,0 1 0,0-1 0,0 0 0,0 0 0,0 1 0,0-1 0,1 0 0,-1 0 0,0 1 0,0-1 0,0 0 0,0 0 0,1 0 0,-1 0 0,0 0 0,1 0 0,-1 0 0,1 0 0,-1 0 0,0 1 0,0-1 0,0 0 0,-1 1 0,0-1 0,0 1 0,6 0 0,-1 0 0,1 0 0,-1 0 0,-1 0 0,1 0 0,-1 1 0,0-1 0,0 1 0,-1-1 0,0 1 0,0-1-11,1 1 0,0-1 0,0 1 0,0-1 0,0 1 0,-1-1 0,-1 1 1,1 0-1,-2 0 0,1 0 0,-2 1 11,2-1 0,-1 1 0,0 0 0,-1 1 0,0-1 0,-1 1 0,0 0 0,-2 0 0,-1-1 0,-1 1 0,9 0 0,-2 0 0,-2 0 0,-1 0 0,0 0 0,-1 0 0,0 0 0,4 0 0,-1 0 0,-1 0 0,0 0 0,-1 0 0,1 0 0,0 0 0,0 0 0,0-1 0,-1 1 0,0 0 0,0 1 0,0 1 0,-2 0 0,1 0 0,0 1 0,-1-1 0,1 1 0,1-1 0,0 0 0,0 0 0,0 0 0,-1 0 0,-2 2 0,4 0 0,-1 1 0,-2 1 0,1-1 0,-1 1-80,0-2 1,-1 1 0,1-1-1,0 1 1,0-2 79,2 0 0,0 0 0,1-1 0,0 0 0,1 0 0,-6 0 0,1 0 0,0-1 0,0 1 0,0-1 0,-2 0 0,4 1 0,0-1 0,-1 0 0,-3 0 0,-4 0 0,7 0 0,-5 1 0,-4 0 1034,4 1 1,-10 2-1035,-11 0 3644,21-2-3644,1-5 0,9-3 0,-15 2 0,4 0 0,3-1 0,3 0 79,-8 1 1,3 0-1,1 0 1,3-1-1,2 1 1,4 0-80,-10 0 0,3 0 0,3 1 0,2-1 0,1 0 0,1 1 0,0-1 0,-1 1 0,0 0 0,-3 0-281,1 0 1,-2 0-1,0 1 1,-1-1-1,0 1 1,1-1-1,2 1 1,2-1-1,3 1 281,-8-1 0,4 1 0,1 0 0,3-1 0,0 1 0,2-1 0,1 1 0,-1-1 0,0 1 0,-1 0 0,-2 0 0,-1-1 0,-3 1 0,-3 1-472,7-1 0,-2 0 0,-3 0 0,-2 1 1,0-1-1,-1 1 0,1-1 0,2 0 1,1 1 471,4-1 0,1 0 0,3 0 0,0-1 0,0 1 0,0 0 0,-1 0 0,-2 0 0,-2 0 0,-3 0 0,5 0 0,-4 0 0,-2 1 0,-1-1 0,0 1 0,2-1 0,4 0-166,-4 1 1,1-1 0,2 1 0,2 0 0,0-1 0,0 1-1,0-1 1,0 0 0,-2 0 165,0 0 0,-1-1 0,0 1 0,0-1 0,0 0 0,0 0 0,0 0 0,2 1 0,0-1 0,-1 1 0,2-1 0,1 1 0,0 0 0,0-1 0,0 1 0,0 0 0,-1-1 0,0 1 0,-2 0 0,0-1 0,0 1 0,0-1 0,0 0 0,-2 1 0,0-1 0,-2 1 0,-2-1 0,-1 1 0,8-1 0,-3 0 0,-1 1 0,-2-1 0,-1 1 0,-2 0 0,4 0 0,-2 1 0,-1 0 0,-3 1 0,-4-1 390,8 0 0,-5 0 0,-5 0-390,-3 0 0,-3 0 1093,7 0 0,-1 0-1093,-9-2 0,2-2 0,0 1 0,4-2 0,10 0 336,-9 0 1,6 0 0,6-1 0,4-1 0,2 0 0,0 0 0,1 1 0,-3-1-337,-3 1 0,0 1 0,1-1 0,0 0 0,0 0 0,1 0 0,1 1 0,0-1 0,0 0-174,-1 0 1,1 0-1,2 0 1,-1 0-1,1 0 1,0 0 0,-1 0-1,0 0 1,-1 1-1,-2-1 174,8 1 0,0-1 0,-1 1 0,0 0 0,-2 0 0,-2 0 0,-2 1 0,-3 1 0,9-1 0,-3 1 0,-3 0 0,-2 1 0,2 0-323,-4 0 0,0 0 0,0 1 0,-1 0 0,0 0 323,11 0 0,-1 0 0,0 0 0,0 1 0,-2 0 0,-1 0 0,0 0 0,0 0 0,-2 0 0,-1 0 0,-1 0 0,0 0-4,-3 0 0,0 0 0,0 0 1,1 0 3,6-1 0,3-1 0,-1 0 0,-3 0 0,5 1 0,-3 0 0,2 0 239,-9-1 1,2 0 0,-1 0-1,-3 0-239,0 1 0,-3 1 0,0-1 0,-1 1 0,1 0 0,1 1 0,10 0 0,2 0 0,-3 0 0,-14 0 0,-3-1 0,2 0 1326,6 2 1,0-1 0,-5 0-1327,-7-3 0,-7-2 2275,10-5-2275,-16-2 25,7 2-25,4 6 0,9 2 0,6 1 0,8 0 0,3 0-359,-14 0 1,2 0 0,2-1 0,1 1-1,1 0 359,-1-1 0,2 0 0,0 1 0,2-1 0,0 1 0,0-1 0,2 0 0,1 1 0,1-1 0,0 0 0,0 0 0,-1 1 0,-3-1 0,1 1 0,-1-1 0,0 0 0,-1 1 0,-2-1 0,7 1 0,-2-1 0,0 1 0,-2 0 0,-2 0 0,4 0 0,-2 0 0,-3 0 0,-1 0-2,3 0 1,-2 0 0,-4 0 1,5 0 0,-4 0 0,-14 0 0,-5 0 0,5 0 0,-20 0 0,-9 0 3018,2 0-3018,13 0 6,18-2-6,18-2 0,4-2 0,-10-1 0,-16 4 0,-19 1 0,-27 2 0,4 0 0,-12 0 0</inkml:trace>
  <inkml:trace contextRef="#ctx0" brushRef="#br0" timeOffset="99200">3555 17262 24575,'30'0'0,"33"0"0,-6-1 0,9-1 0,-8-1 0,5 0 0,2-1-1388,-8 0 1,1-1-1,3 0 1,0-1 1387,-7 1 0,2 0 0,0-1 0,0 0 0,1 0 0,1 0 0,2 0 0,-1 0 0,1 0 0,1 0 0,2 0 0,0 0 0,1 1 0,0-1 0,0 2 0,-10 0 0,0 0 0,1 1 0,-1 0 0,1 1 0,0-1 0,0 1 0,1 0 0,-1 1 0,1-1 0,-1 1 0,1-1 0,-1 1 0,0 1 0,0-1 0,-1 0 0,1 1 0,0-1 0,9 1 0,0 0 0,0 0 0,-1 0 0,0 0 0,-1 0 0,0 0 0,0 0 0,-1 0 0,0 0 0,-1 0 0,-1 0 0,1 0 0,-1 0 0,0 0 0,-1 0 0,-1 0 0,0 0 0,2 0 0,2 0-54,-6 0 0,3 0 0,1 0 0,1 0 0,1 0 0,0 0 0,-1 0 54,4 0 0,0 0 0,1 0 0,0 0 0,-1 0 0,1 0 0,-1 0 0,-1-1 0,-1 1 0,1-1 0,-1 0 0,0 0 0,-1 0 0,0 0-145,-3 0 0,1 0 0,-1 0 0,0-1 0,-2 1 0,-3-1 0,-2 1 145,13-2 0,-5-1 0,-1 1 0,-1-1 0,-1 1 0,-1-1 0,1 0 0,2 1-134,2 1 0,2 0 0,1 0 1,2 1-1,-1 0 134,-8 0 0,0 0 0,1 0 0,0 1 0,-1 0 0,1 0 0,-2 1 0,1 0 0,-1 0 0,1 1 0,-2 1 0,1-1 97,8 2 1,0 0 0,0 1-1,-3 1 1,-2 0-98,-4 2 0,-3 0 0,-1 2 0,0-1 0,2 1 0,0 0 0,-1 0 0,1 0 78,1-1 0,0-1 1,0 1-1,0-1-78,1 0 0,0-1 0,0 0 0,1 0 0,1 0 0,0 0 0,0-1 0,1 0 0,0 0 0,1-1 0,0 0 0,0-1 0,0 0 0,0 0 0,0-1 0,-1 0 0,-1-1 0,0 0 0,0-1 0,-2 0 0,13 0 0,-2-1 0,-2 0 0,-6 1 0,0-1 0,-3-1 778,-6 2 1,-2-1 0,-2-1-779,12 0 0,-5-2 416,-9-2 0,-5-2-416,11-7 2162,-4 1-2162,-10 8 0,6 3 0,3 1 0,4 2 0,3-1-228,0-1 0,2-1 0,2 1 1,2-1 227,6 1 0,3-1 0,0 0 0,1 0 0,-10 1 0,0 0 0,0-1 0,0 1 0,0 0 0,-2-1 0,1 1 0,-1 0 0,1 0 0,-2 0 0,11 1 0,-1 0 0,1 0 0,2 0 0,-4 0 0,3 0 0,0 0 0,-1 0 0,-4 0 0,-1 0 0,-4 0 0,-1 0 0,2 0 0,-3 0 0,2 0 0,0 0 0,-2 0 0,-3 0-153,7 0 0,-4 0 1,0 0 152,-3 0 0,0 0 0,-1 0 0,-1 0 0,0 0 0,-1 0 0,-3 0 0,-1 0 0,2-1 0,9-3 0,2-1 0,-2 0 0,-8-1 0,-2 1 0,0-2 0,18-3 0,-5 0 0,-21 2 0,-8 1 0,-13 4 0,-9 2 0</inkml:trace>
  <inkml:trace contextRef="#ctx0" brushRef="#br0" timeOffset="100315">14513 16603 24575,'0'24'0,"0"12"0,0 19 0,0-23 0,0 1 0,0 31 0,0-7 0,0-9 0,0-29 0,0-2 0,0-22 0</inkml:trace>
  <inkml:trace contextRef="#ctx0" brushRef="#br0" timeOffset="102833">2984 14236 24575,'0'42'0,"0"8"0,0 5 0,0-7 0,0 3 0,0-3 0,0 5 0,0-2 0,0 12 0,0 0 0,0 0 0,0 1 0,0-20 0,0 1 0,0-1 0,0 0 0,0 0 0,0 3 0,0 15 0,0 4 0,0 1 0,0-16 0,1 0 0,0 1 0,0-1 0,0-1 0,-1 0 0,0-1 0,1 0-194,0 10 1,0-1 0,0-5 193,0-1 0,-1-4 71,0-3 1,0-2-72,0-4 0,0-1 0,0-5 0,1 0 0,2 27 0,1-5 0,-2-13 0,0 1 218,-1-8 1,-1 2-219,1 14 0,-1 2 0,0-9 0,0-2 0,0 1 0,0 0 0,0 11 0,0 1 0,0-2 0,0-1 0,0-3 0,0-2 0,0-5 0,0-3 0,0 7 0,0-9 0,0-8 0,0-11 0,0-6 0,1-5 0,2-3 0,-2-3 0,1-1 0</inkml:trace>
  <inkml:trace contextRef="#ctx0" brushRef="#br0" timeOffset="111199">14823 13765 24575,'-31'26'0,"0"0"0,5-3 0,0 2 0,-14 16 0,-1 5 0,5 3 0,4 0 0,11-4 0,3 0 0,0-4 0,8-2 0,28 13 0,28-35 0,-14-12 0,3-2 0,3-1 0,2-3 0,-2-1 0,1-4 0,8-10 0,-2-9 0,-7-8 0,-6-6 0,1-10 0,-12-1 0,-24 6 0,-13 5 0,-18 10 0,-9 8 0,-10 10 0,-1 8 0,7 4 0,3 3 0,-17 3 0,39 0 0,11-3 0,6-3 0</inkml:trace>
  <inkml:trace contextRef="#ctx0" brushRef="#br0" timeOffset="112067">14563 14056 24575,'63'0'0,"-30"0"0,0 0 0,5 0 0,0 0 0,-3 0 0,-2 0 0,19 0 0,-20-3 0,-18-2 0,-11 2 0,-2-1 0</inkml:trace>
  <inkml:trace contextRef="#ctx0" brushRef="#br0" timeOffset="112782">15350 13959 24575,'0'40'0,"0"18"0,0 4 0,0-3 0,0-42 0,0-20 0,0-12 0</inkml:trace>
  <inkml:trace contextRef="#ctx0" brushRef="#br0" timeOffset="113982">16195 13441 24575,'0'61'0,"0"-1"0,0-3 0,0 3 0,0-11 0,0 4 0,0 2 0,0-1-742,0-3 1,0-1 0,0 1 0,0 1 741,0 5 0,0 0 0,0 3 0,0 4 0,0-6 0,0 4 0,0 3 0,0 2 0,0 0 0,0-1 0,0-5 0,0 0 0,0 0 0,0 1 0,0 1 0,0-1 0,0 0-494,0 1 0,0 0 0,0-1 1,0 1-1,0 0 0,0-1 1,0 0 493,0-2 0,0 1 0,0-1 0,0 0 0,0-1 0,0-2 0,0-2 0,1 6 0,0-2 0,0-2 0,0 0 0,1 1-194,0 1 1,-1 0 0,2 0 0,-1 0 0,0 0 193,1-3 0,0 1 0,1 0 0,-1-1 0,0-1-258,1 8 0,0 0 0,0-2 0,0-1 258,-1-8 0,-1 0 0,1-3 0,0-1 304,0 4 1,0-2-1,-1-4-304,0 6 0,1-5 2935,1 15-2935,-1-26 2858,1-8-2858,4 27 1607,0 9-1607,-3-29 0,0-1 106,1 14-106,-2-26 0,-1-18 0,-2 0 0,0-6 0</inkml:trace>
  <inkml:trace contextRef="#ctx0" brushRef="#br0" timeOffset="117499">25903 13486 24575,'0'59'0,"0"-1"0,0 1 0,0-11 0,0 1 0,0 2 0,0 3 0,0 6 0,0 4 0,0 4 0,0-1 0,0-1 0,0-3 0,0 0 0,0-1 0,0 0 0,0-3 0,0 5 0,0-2 0,0-1 0,0 1 0,0-9 0,0 0 0,0 1 0,0-1 0,0-2 0,0 5 0,0-1 0,0-1 0,0 1 0,0 4 0,0 2 0,0 0 0,0-1 0,0-3 0,0-1 0,0 0 0,0-3 0,0 8 0,0-3 0,0-4 0,0 7 0,0-6 0,0-17 0,0-4 0,0 8 0,0-2 0,0-1 0,0-3 0,0 2 0,0 10 0,0 9 0,0-7 0,0-26 0,0-20 0,0-16 0,-1 29 0,-3 18 0,-2 30 0,2-29 0,1 3 0,0 11 0,1 1 0,0-11 0,0-1 0,1-2 0,0-4 0,-1 3 0,2-24 0,0 0 0,0-1 0,-1 0 0,-2-3 0,-1-5 0,2-1 0,0-2 0</inkml:trace>
  <inkml:trace contextRef="#ctx0" brushRef="#br0" timeOffset="119266">27194 13133 24575,'-31'20'0,"-3"5"0,-4 7 0,-3 8 0,0 6 0,9-7 0,0 2 0,3-1 0,-2 7 0,7 0 0,10-4 0,5-4 0,8 7 0,10-8 0,33-2 0,-3-14 0,19-2 0,-25-14 0,-8-4 0,0-15 0,9-28 0,-13 10 0,0-4 0,3-10 0,-1-3 0,-1-1 0,-2 0 0,-3 5 0,-2 2 0,-4 6 0,-3 3 0,-5-11 0,-22 22 0,-25 13 0,-18 7 0,28 2 0,1 0 0,-19 0 0,21 0 0,17 0 0,11 0 0</inkml:trace>
  <inkml:trace contextRef="#ctx0" brushRef="#br0" timeOffset="120149">26717 13382 24575,'42'0'0,"19"0"0,-19 0 0,2 0 0,2 0 0,-1 0 0,-9 0 0,-2 0 0,12 0 0,-24-3 0,-14-7 0,-4-8 0,-3 5 0,2 1 0</inkml:trace>
  <inkml:trace contextRef="#ctx0" brushRef="#br0" timeOffset="121900">26738 13549 24575,'23'0'0,"7"0"0,8 0 0,11 0 0,4 0 0,0 0 0,-3 0 0,-6 0 0,-1 0 0,-1 0 0,-6 0 0,-7 0 0,-8 0 0,-9 0 0,-3-2 0,3-4 0,2-2 0,1-1 0,1 0 0,1 1 0,1 0 0,0 0 0,0 0 0,-4 1 0,0-1 0,0-2 0,2 0 0,0 0 0,-6 5 0,-3 2 0</inkml:trace>
  <inkml:trace contextRef="#ctx0" brushRef="#br0" timeOffset="123115">27791 13357 24575,'-29'6'0,"-4"11"0,-8 11 0,3 8 0,2 6 0,8 1 0,7 0 0,5 1 0,5-2 0,3 1 0,4 5 0,2 2 0,2 3 0,5-2 0,11-7 0,13-12 0,16-10 0,15-12 0,-28-12 0,2-5 0,0-5 0,0-5 0,-3-3 0,-4-4 0,-4-2 0,-5-1 0,5-18 0,-26 14 0,-28 13 0,-26 11 0,21 5 0,0 2 0,2 1 0,2 1 0,-17 2 0,23 2 0,14-1 0,8-2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09:57:40.50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2261 5314 24575,'43'-5'0,"15"-4"0,-16 4 0,6-1 0,-1-1 0,9-2 0,2 0 0,-5 2 0,3 0 0,-4 1 0,5-3 0,-4 1 0,2 0 0,-1 1 0,-3-1 0,0 1 0,-2 0 0,-1 0 0,-3 1 0,2 0 0,13 0 0,2 0 0,-18 2 0,0 1 0,-1 0 0,21-1 0,-1 0 0,-4 2 0,-1 0 0,-4 1 0,-3 1 0,-12-2 0,0 1 0,9 0 0,0 0 0,16-2 0,-3-1 0,-2-2 0,-2-3 0,-1 1 0,3 2 0,-18 4 0,0 1 0,17-1 0,-19 2 0,-4 0 0,-7 0 0,-5 0 0,-15-6 0,-4-7 0,-3-25 0,-1 6 0,0-4 0,0-15 0,0-5 0,0 9 0,0-3 0,0-2-490,0-8 0,0-1 0,0-2 490,0 12 0,0-1 0,0-1 0,0 0 0,0-4 0,0 1 0,0-1 0,0-1 0,0 0 0,0 0 0,0 0 0,0 0 0,-1 1 0,1 0 0,-1 0 0,0 0 0,0 1 0,1 0 0,-1 0 0,0 1 0,0 1 0,1 0 0,-1 1 0,0 0 0,0 2 0,1 1 0,-1 0 0,1 1 0,0-14 0,0 2 0,0 1-198,0 5 1,-1 0 0,0 2 197,1 6 0,-1 1 0,0 2 0,0-16 0,-1 2 0,0 7 0,0 2 0,1 6 0,0 2 0,0 4 0,0 2 1425,-3-24-1425,3 17 637,-1 12-637,0 8 0,2 8 0,-2 1 0,0 6 0,1 3 0,-1 0 0,1 0 0,2 1 0,14 2 0,29 0 0,-5 1 0,3 0 0,11 0 0,2 0 0,5 0 0,1 0 0,0 0 0,-1 0 0,-4 0 0,1 0 0,4 0 0,1 0 0,2 0 0,-1 0-140,-19 0 0,1 0 1,0 0 139,2 0 0,0 0 0,-1 0 0,-2 0 0,0 0 0,0-1 0,21-1 0,0 0 0,0 0 0,0-1 0,-1 0 0,0-1 0,0 1 0,0 0 0,-2 2 0,0-1 0,-2 1 0,-2 0 0,-1 1 0,-1 0 0,2 0 0,0 0 0,-2 1 0,3 1 0,-4 0 0,3 1 0,-1 0 0,-10-1 0,-1 0 0,1 1 0,12-1 0,2 1 0,-2-1 0,-11-1 0,-1 0 0,-1-1 0,2 0 0,0 0 0,0 0 0,-1 0 0,1 0 0,3 0 0,0 0 0,3 0 0,0 0 0,-3 0 0,1 0 0,-2 0 0,2 0 0,-3 0 0,2 0 0,0 0 0,-4 0 0,18 0 0,-4 0 0,1 0 0,1 0 0,1 0 0,1 0 0,-20 0 0,1 0 0,0 0 0,1 0 0,0 0 0,1 0 0,-1 0 0,0 0 0,1 0 0,-1 0 0,0 0 0,0 0 0,0-1 0,0 0 0,1 0 0,0-1 0,1 0 0,-1 1 0,0-2 0,-1 1 0,-1-1 0,-1 1 0,-1-1 0,-1 1 0,19 0 0,0 0 0,-6 1 0,-1 0 0,-3 1 0,-2 0 0,-6 0 0,-2 0 0,-6 0 0,-1 0 0,23-1 0,-10-3 419,-9-6-419,-9-3 0,-5 0 0,15 5 0,-5 6 0,5 1 0,16 1 0,6 1-293,-13 0 1,3 1 0,2 1 292,1 1 0,2 0 0,3 0 0,0 2 0,3 0 0,2 0 0,-5 0 0,5-1 0,-4-1 0,3 0 0,-4 1 0,2-1 0,0 0 0,-5-2 0,-2-1 0,-4-1 0,0 0 0,1 0 0,-1 0 0,3 0 0,-3 0 0,3 0 0,0 0 0,-3 0 0,3 0 0,-2 0 0,1 0 0,-4 0 0,2 0 0,-1 0 0,-4 0 0,15 0 0,-4 0 0,-4 0 0,-2 0 0,-5 0 0,-2 0 0,-3 0 0,-1 0 0,-3 0 0,2 0 0,20 3 0,0 0 0,-15 0 0,1-1 438,16 3 1,-2 0-439,-19-1 0,-3 0 0,28 3 0,-18-1 0,-17-2 0,-18-3 0,-11-1 0,-3 0 0,-3 0 0</inkml:trace>
  <inkml:trace contextRef="#ctx0" brushRef="#br1" timeOffset="9366">4390 5163 24575,'23'0'0,"5"0"0,6 0 0,8 0 0,-3 0 0,9 0 0,7 0 0,9 0 0,-26 0 0,1 0 0,0 0 0,-1 0 0,-2-1 0,2-1 0,17-4 0,1-1 0,-13 1 0,0 0 0,13-5 0,-2 1 0,-16 2 0,-3 0 0,-2 0 0,0 0 0,26-8 0,-2 2 0,2 0 0,-13 3 0,2 0 0,-10 3 0,-1-1 0,14-4 0,-1 0 0,-17 3 0,-2 1 0,30-13 0,-22 4 0,1-1 0,-10 4 0,0-1 0,10-5 0,-1-1 0,-9 6 0,-2 0 0,3-1 0,0-1 0,1 1 0,1-1 0,0-1 0,0-1 0,1 0 0,0 0 0,-1 1 0,-1-1 0,0 0 0,0-1 0,14-8 0,2-2 0,8-3 0,0 0 0,-19 11 0,1 0 0,-1 0 0,20-10 0,-4 2 0,-17 11 0,-2-1 0,10-9 0,-1-1 0,-7 5 0,-1-1 0,11-10 0,-1 0 0,-10 5 0,-2 0 0,2-1 0,1-1 0,6-7 0,-1 2 0,-14 15 0,-1 2 0,6-5 0,0 3 0,12-3 0,-11 7 0,2-2 0,11-9 0,4-3 0,-10 6 0,2-2 0,1 0-285,2-2 0,1-1 0,-1 0 285,-1 2 0,-1 0 0,0 0 0,-4 1 0,0 1 0,0-1 0,6-4 0,0-2 0,-3 3 0,3-4 0,-1 1 0,-7 7 0,0-1 0,0 0 0,15-11 0,-2 3 0,-10 8 0,0 0 0,12-8 0,-1 1 0,-15 12 0,-2 2 0,-1 0 0,-1 0 0,0 3 0,-1 0 427,0 1 1,1 0-428,-1 3 0,0 0 0,0 3 0,2-1 0,9-2 0,2-1 0,4 1 0,0 0 0,-2 0 0,-1 0 0,-1 1 0,-2 1 0,17-6 0,-1 1 0,2 1 0,-28 8 0,0 0 0,2-1 0,1-1 0,1-1 0,-1-1 0,0 0 0,1 0 0,-2 1 0,0 0 0,-1 2 0,-1 0 0,-1 2 0,1 1 0,30-4 0,2 4 0,-31 5 0,2 1 0,0 0 0,1 0 0,2 1 0,0-2 0,2 0 0,2-1 0,2-1 0,2-1 0,4-3 0,0-2 0,2-1 0,0-1 0,-3-1 0,-1-1 0,-8 1 0,-1 1 0,-3 4 0,1 1 0,2-1 0,3 2 0,10-1 0,6 0 0,-9 0 0,4 0 0,1-1-432,5-1 1,1 0-1,0 0 432,4 0 0,1 2 0,-1-1 0,-5 2 0,-1 0 0,-1 1 0,-6 1 0,-1 2 0,1 0 0,12 0 0,2 1 0,-4 1 0,2 0 0,-1 0 0,-10 0 0,1 1 0,-5 0 0,-7 0 0,-4 0 0,26 0 0,-14 1 0,-9 1 1295,-6 0-1295,-3-1 0,1 0 0,0-1 0,3 0 0,-2 1 0,-6 1 0,-6 1 0,-10 0 0,-6-2 0,-4 0 0</inkml:trace>
  <inkml:trace contextRef="#ctx0" brushRef="#br1" timeOffset="14167">4456 5215 24575,'24'0'0,"1"0"0,15 0 0,-7 0 0,12 0 0,11 0 0,-7 0 0,15 0 0,-16-2 0,-3-1 0,-1-5 0,-3-3 0,-2-2 0,-5 0 0,10-6 0,-10 5 0,10-6 0,-8 0 0,5-5 0,3-3 0,1-4 0,-2-2 0,-16 9 0,-2-2 0,13-14 0,-8 3 0,-2-1 0,6-13 0,-10 16 0,-1 0 0,-4 6 0,-1 0 0,1-1 0,2-3 0,10-18 0,1-2 0,-9 12 0,1-1 0,7-12 0,-1-3 0,-5 2 0,-2 0 0,-5 14 0,-2-1 0,4-13 0,-2 2 0,-8 18 0,1 1 0,1-10 0,1 0 0,-4 12 0,1 0 0,4-7 0,0 1 0,10-12 0,0 5 0,2 3 0,1-1 0,2-2 0,-6 6 0,2-2 0,-5 8 0,0-1 0,7-13 0,-1 0 0,-6 12 0,-2 2 0,0 2 0,-1 1 0,13-25 0,-3 8 0,-3 9 0,0 5 0,5 1 0,5-2 0,2-1 0,-1 0 0,6-6 0,-17 19 0,0-1 0,4-3 0,0 1 0,3 0 0,1 0 0,10-5 0,2 3 0,-10 7 0,1 2 0,10-5 0,-1 1 0,-12 9 0,-2 1 0,29-13 0,-3 1 0,-3 2 0,-3 2 0,-4 2 0,-3 3 0,2 3 0,4 1 0,6 2 0,6-2 0,3 2 0,-1-1 0,0-1 0,1 1 0,-31 5 0,1-1 0,1-1 0,2-1 0,0 0 0,0-1 0,2-2 0,-1 0 0,-1-1 0,-1 1 0,-2 0 0,-1 0 0,26-10 0,-6 4 0,-2 6 0,-3 4 0,-2 3 0,-5 2 0,-2 1 0,-1 0 0,1 2 0,2 0 0,5 0 0,3 0 0,-1 0 0,-2 0 0,-3 0 0,-6 2 0,-4-1 0,-1 3 0,0 1 0,2 0 0,2 1 0,-3 0 0,-1-1 0,11-1 0,19 1 0,-19-1 0,3 0 0,8 2 0,1 0 0,2 2 0,0 0 0,-3-1 0,3 0 0,-7-1 0,2-1 0,-2 0 0,4 0 0,1 0 0,-5-1 0,2 1 0,-6-2 0,-10-1 0,-5-1 0,23 3 0,-37-1 0,-14 1 0,-2-1 0,-1-1 0</inkml:trace>
  <inkml:trace contextRef="#ctx0" brushRef="#br1" timeOffset="24266">11026 2290 24575,'13'-14'0,"10"0"0,14 0 0,-3 5 0,3 2 0,4 1 0,0 0 0,2 1 0,0-1 0,-4 2 0,0 0 0,2 1 0,-3 0 0,20 0 0,-9 0 0,0 1 0,8 1 0,-19-1 0,1 0 0,12 0 0,-13 1 0,-1-1 0,17-1 0,-8 0 0,-1 0 0,8-2 0,-19 1 0,0 1 0,17-3 0,-1 1 0,-1 1 0,-3 2 0,-6 0 0,13 2 0,5 0 0,4 0 0,2 0 0,-10 0 0,1 0 0,2 0 0,2 0 0,3 0 0,-29 0 0,2 0 0,14 0 0,3 0 0,6 0 0,1 0 0,-3 0 0,2 0 0,-12 0 0,2 0 0,-3 0 0,10 0 0,-2 0 0,0 0 0,1 0 0,7 0 0,-4 0 0,-23 0 0,-1 0 0,8 1 0,0-1 0,13 3 0,0 1 0,1 1 0,4 0 0,-16-2 0,1-1 0,-10 0 0,0 0 0,10-1 0,-1 0 0,18 1 0,-4-2 0,-4 0 0,-6 0 0,-5 0 0,-4 0 0,-1 0 0,-1 0 0,1 2 0,0 1 0,2 3 0,3 0 0,2 0 0,1-1 0,-1-1 0,-4-2 0,-8-1 0,-10-1 0,-11 0 0,-6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09:59:07.33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92D050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998 5283 24575,'41'0'0,"0"0"0,17 0 0,8 0 0,-8 0 0,5 0 0,7 0-1148,-20 0 0,4 0 0,3 0 0,3 0 0,0 0 0,-2 0 0,-2 0 1148,10 0 0,-3 0 0,0 0 0,2 0 0,2 0 0,-5 0 0,3 0 0,2 0 0,0 0 0,0 0 0,-2 0 0,-4 0-135,5 0 0,-3 0 1,-1 0-1,-1 0 1,1 0 134,0 0 0,0 1 0,0-1 0,2 1 0,3 2 30,-14-1 0,2 2 0,1 0 0,2 0 1,0 1-1,1 0 0,0 0 0,-1 1-30,4-1 0,1 1 0,0 0 0,0 1 0,1-1 0,0 1 0,-1 0 0,0 0 0,1 0 0,-1 0 0,1 0 0,-1 1 0,1-1 0,-1 1 0,0-1 0,0 0 0,-2 0 0,0 0 0,0 0 0,-1 0 0,1 0 0,-1-1 0,1 0 0,0-1 0,0-1 0,0 0 0,1 0 0,-1-1 0,0 0 0,1 0 0,-1 0 0,1 0 0,0 0 0,-1 0 0,0 0 0,0 1 0,1-1 0,1 0 0,0 1 0,2-1 0,-5 0 0,1 1 0,1-1 0,0 0 0,1 1 0,1-1 0,-1 1 0,0-1 0,0 1 0,-1 0-359,4 0 0,1 0 0,0 1 0,-1-1 0,0 1 0,-1-1 0,0 1 0,-2 0 0,-2-1 359,5 1 0,-1 0 0,-2 0 0,-1 1 0,0-1 0,-1 0 0,1-1 0,-3 1 0,0 0 0,-1 0 0,0-1 0,0 1 0,0-1 0,1-1 196,0 0 0,0-1 0,0 0 1,0 0-1,0-1 0,2 1 0,0-1-196,-4 1 0,1-1 0,0 0 0,1 0 0,0 0 0,1 0 0,2 0 0,1 0 0,-2 0 0,1-1 0,3 1 0,0-1 0,1 0 0,0 0 0,0 1 0,-1-1 0,-1 0 0,-3-1-89,7 1 1,-1 0 0,-2-1 0,-1 0 0,1 0 0,-2 1 0,1-1 0,0 0 88,0-1 0,1 1 0,-1 0 0,0 0 0,0 0 0,-2-1 0,-2 1 0,-1-1 0,2 0 0,-2 0 0,-2-1 0,-1 1 0,0-1 0,0 0 0,1 1 0,0-1 0,-1 0 0,1 0 0,-1 0 0,0 0-76,-1 1 1,0 0 0,0-1 0,0 1 0,0 0 0,-1 0 75,10 0 0,-2 0 0,1 0 0,2 0 0,3 1 292,-8-1 0,3 1 0,1 1 0,2-1 0,0 0 0,0 0 0,0 1-292,-8 0 0,1 0 0,0-1 0,0 1 0,0 1 0,0-1 0,0 0 0,-1 1 0,1-1 0,0 1 0,-1 0 0,1 0 0,0 0 0,-1 1 0,-1-1 0,0 1-124,5 0 1,0 0 0,0 0 0,-1 0-1,-1 0 1,-2 1 0,-3 0 123,6 1 0,-3 0 0,-3 1 0,1 0 0,0 0 0,2 0 0,-2 0 0,2 0 0,1 1 0,3-1 188,-4 0 1,3 0-1,2 0 1,1 0 0,1 0-1,0 0 1,0-1-189,-4-1 0,0 0 0,1-1 0,0 0 0,0 0 0,1 0 0,-1 0 0,1 0 0,-1 0 0,1 1 0,0 0 0,-1 0 0,1-1 0,0 1 0,-1-1 0,-1 0-56,-1-1 0,0-1 0,1 1 0,-1-1 0,-1 0 0,-1-1 0,-3 1 0,-1 0 56,10 0 0,-2-1 0,-3 1 0,-1-1 0,0 0 0,8 0 0,-2 0 0,0-1 0,1 0 38,-10 1 1,0-1-1,1 0 1,-3 0 0,-3 0-39,9-1 0,-4 1 0,-1-1 762,0 2 1,0-1 0,-1-1-763,-7-1 0,0-2 0,1 0 0,4 0 0,2-1 0,6 0-317,-7-1 0,4 0 0,3-1 0,3 0 0,1 0 317,-7 2 0,3-1 0,1 0 0,1 0 0,3 0 0,0 0 0,1-1 0,-6 1 0,1 0 0,0 0 0,2 0 0,1 0 0,1 0 0,2-1 0,2 1 0,3 0 0,-15 2 0,2-1 0,2 1 0,2-1 0,1 1 0,1-1 0,1 1 0,1 0 0,0-1 0,-1 1 0,1 0 0,-1 0 0,0 1 0,-2-1 0,0 1-152,-1 0 0,1 0 1,-1 1-1,0-1 1,0 1-1,0 0 1,0 0-1,-1 1 1,0-1-1,0 0 0,0 1 1,-1-1-1,1 0 1,-1 0 151,2 0 0,1 0 0,1 0 0,-1-1 0,1 1 0,-1-1 0,-1 1 0,0 0 0,-2 0 0,-1 1 0,-1 0 0,-2 1 0,-2 0 0,12 0 0,-1 1 0,-1 1 0,-2 0 0,-3 0 0,-4 1 0,-5 0 0,-5 0 313,13 1 0,-9 1 0,-7-1-313,-3 0 0,-7 1 0,2 4 0,-33-7 0</inkml:trace>
  <inkml:trace contextRef="#ctx0" brushRef="#br0" timeOffset="2918">4453 2862 24575,'32'0'0,"5"0"0,9 0 0,-5 0 0,-14 0 0,1 0 0,10 0 0,-11 0 0,3 0 0,-13 0 0,-5 0 0,5 0 0,3 0 0,2 0 0,5 0 0,-8 0 0,-2 0 0,-11 0 0,-2 0 0</inkml:trace>
  <inkml:trace contextRef="#ctx0" brushRef="#br0" timeOffset="4484">3029 2832 24575,'-13'0'0,"3"0"0,-3 0 0,2 24 0,4-1 0,0 21 0,3-6 0,2-1 0,1-2 0,1-4 0,0 0 0,16-13 0,19-3 0,5-17 0,11-11 0,-19-8 0,-6-6 0,-5-15 0,-16-7 0,-26 1 0,-25 12 0,-11 24 0,12 15 0,22 4 0,24-2 0,2-2 0,3-2 0</inkml:trace>
  <inkml:trace contextRef="#ctx0" brushRef="#br0" timeOffset="5351">3438 3182 24575,'1'-6'0,"-7"2"0,-5 2 0,1 2 0,4 0 0</inkml:trace>
  <inkml:trace contextRef="#ctx0" brushRef="#br0" timeOffset="6484">3609 2901 24575,'31'0'0,"8"-5"0,-1-2 0,1 0 0,19-1 0,-22 1 0,-1 2 0,-3 6 0,-14 24 0,-23 16 0,-10 10 0,-1-5 0,-3 5 0,0-1 0,-1 2 0,0 0 0,0-1 0,-3 1 0,0-1 0,4-3 0,2 1 0,4-5 0,-2 10 0,7-15 0,8-32 0</inkml:trace>
  <inkml:trace contextRef="#ctx0" brushRef="#br0" timeOffset="7201">3649 3344 24575,'35'0'0,"14"0"0,9-2 0,3-1 0,-13 1 0,-22 1 0,-15 1 0</inkml:trace>
  <inkml:trace contextRef="#ctx0" brushRef="#br0" timeOffset="8453">3841 1608 24575,'-3'12'0,"0"17"0,3 21 0,0 12 0,0-5 0,0-10 0,0-11 0,0-9 0,0-5 0,0-6 0,0-8 0,0-3 0</inkml:trace>
  <inkml:trace contextRef="#ctx0" brushRef="#br0" timeOffset="9052">4096 2032 24575,'0'0'0</inkml:trace>
  <inkml:trace contextRef="#ctx0" brushRef="#br0" timeOffset="10084">4362 1625 24575,'-9'16'0,"3"9"0,3-2 0,3 12 0,10 15 0,7-16 0,16 5 0,11-28 0,7-13 0,-18-15 0,-4-8 0,-1-25 0,-38 18 0,-13 4 0,-12 6 0,-5 8 0,1 7 0,2 5 0,-16 3 0</inkml:trace>
  <inkml:trace contextRef="#ctx0" brushRef="#br0" timeOffset="12352">6379 3052 24575,'0'16'0,"0"14"0,0 11 0,0 9 0,0-8 0,0 4 0,0 2 0,0 0 0,0 3 0,0 2 0,0-1 0,1 0 0,1 0 0,-1 1 0,0-1 0,0 3 0,0 1 0,0 0 0,0-2 0,1 9 0,0 0 0,0-4 0,-2-9 0,0-2 0,-1-2 0,0 14 0,-3-5 0,0-18 0,-1-2 0,0 1 0,-2 2 0,-4 15 0,-2 3 0,1-1 0,0 0 0,-1 0 0,1-1 0,1-9 0,0-2 0,1-8 0,0 0 0,0-1 0,0 2 0,-2 12 0,-1 2 0,0 3 0,1 0 0,0 2 0,1-1 0,-1-7 0,1-3 0,0 14 0,4-29 0,5-20 0,1-3 0,0 2 0,1 3 0,0 8 0,0-5 0,0 1 0,0-10 0,0-3 0</inkml:trace>
  <inkml:trace contextRef="#ctx0" brushRef="#br0" timeOffset="13417">5542 2941 24575,'59'0'0,"5"0"0,-6 0 0,-1 0 0,3 0 0,-11 0 0</inkml:trace>
  <inkml:trace contextRef="#ctx0" brushRef="#br0" timeOffset="13719">6309 2941 24575,'30'0'0,"1"0"0,9 0 0,18 0 0,-7 0 0,-8 0 0,-20 0 0</inkml:trace>
  <inkml:trace contextRef="#ctx0" brushRef="#br0" timeOffset="13952">6765 2947 24575,'0'0'0</inkml:trace>
  <inkml:trace contextRef="#ctx0" brushRef="#br0" timeOffset="14599">8799 2970 8345,'10'0'0,"-1"0"0,-3 0 0,-2 0 0</inkml:trace>
  <inkml:trace contextRef="#ctx0" brushRef="#br0" timeOffset="15333">7466 2955 24575,'46'0'0,"-27"0"0,12 0 0</inkml:trace>
  <inkml:trace contextRef="#ctx0" brushRef="#br0" timeOffset="15552">8267 2955 8191,'48'0'0,"-15"0"0,15 0 0,-35 0 0,12 0 0</inkml:trace>
  <inkml:trace contextRef="#ctx0" brushRef="#br0" timeOffset="15785">8553 2955 24575,'24'3'0,"26"-2"-1967,-10 0 1,1 0 0,12-1 0,3 0 0</inkml:trace>
  <inkml:trace contextRef="#ctx0" brushRef="#br0" timeOffset="17067">8925 2966 24575,'0'28'0,"0"11"0,0 20 0,0-10 0,0 2 0,0-13 0,0 1 0,0 15 0,0 0 0,0-16 0,0-2 0,0 3 0,0 2 0,0 18 0,0 4 0,0-1 0,0 1 0,0 2 0,0 0 0,0-8 0,0 0 0,0 0 0,0-1 0,0-10 0,0 0 0,1 14 0,-2 1 0,-1 3 0,-1 1 0,-1-3 0,-1 1 0,0-13 0,0 2 0,-2-1 0,1 1 0,-1 0 0,-1 0 0,-2 1 0,0 2 0,-1 0 0,-1 5 0,-1 2 0,0-1 0,-1 0 0,1 0 0,0-2 0,0-5 0,1-2 0,2-4 0,-1 5 0,2-4 0,-1 15 0,9-23 0,1-16 0,0 3 0,-1-18 0,-2-5 0,1-3 0,0-2 0</inkml:trace>
  <inkml:trace contextRef="#ctx0" brushRef="#br0" timeOffset="19084">8373 6328 24575,'0'21'0,"0"16"0,0 17 0,0-19 0,0-1 0,0 10 0,0-10 0,0-30 0</inkml:trace>
  <inkml:trace contextRef="#ctx0" brushRef="#br0" timeOffset="19785">8823 6629 24575,'0'0'0</inkml:trace>
  <inkml:trace contextRef="#ctx0" brushRef="#br0" timeOffset="20785">9168 6284 24575,'35'0'0,"2"0"0,6 0 0,-2 11 0,-18 17 0,-15 27 0,-14-19 0,-6 2 0,-2 2 0,-3-2 0,-1-3 0,-3-3 0,-23 12 0,17-26 0,17-11 0,69-11 0,-7 4 0,-9 2 0,-2 2 0,2 3 0,-16 1 0,-13-3 0,-7-3 0</inkml:trace>
  <inkml:trace contextRef="#ctx0" brushRef="#br0" timeOffset="22484">5659 6147 24575,'-10'0'0,"-2"0"0,-7 0 0,-3 4 0,0 6 0,-1 14 0,11 5 0,3 5 0,1 4 0,3 2 0,4 10 0,9-3 0,12-6 0,10-9 0,11-12 0,4-10 0,-1-12 0,-2-12 0,4-26 0,-10-10 0,-19 14 0,-7-2 0,-3-14 0,-11 4 0,-29 6 0,-15 18 0,-6 14 0,5 11 0,23 7 0,8-3 0,16 2 0</inkml:trace>
  <inkml:trace contextRef="#ctx0" brushRef="#br0" timeOffset="23350">6112 6528 24575,'14'-3'0,"-6"2"0,-1 0 0,-5 2 0</inkml:trace>
  <inkml:trace contextRef="#ctx0" brushRef="#br0" timeOffset="24484">6616 6071 24575,'-19'1'0,"-16"22"0,8-3 0,7 7 0,2 3 0,7 7 0,5-1 0,3 2 0,3 11 0,-1-15 0,2 4 0,6 4 0,6 0 0,7-1 0,7-3 0,13 6 0,8-8 0,2-15 0,1-10 0,-9-11 0,-4-9 0,14-27 0,-44-4 0,-25 9 0,-25 15 0,-21 9 0,21 7 0,0 2 0,-11 1 0,7 1 0,39-2 0</inkml:trace>
  <inkml:trace contextRef="#ctx0" brushRef="#br0" timeOffset="27717">6630 2994 24575,'0'0'0</inkml:trace>
  <inkml:trace contextRef="#ctx0" brushRef="#br0" timeOffset="28350">8915 3354 24575,'0'0'0</inkml:trace>
  <inkml:trace contextRef="#ctx0" brushRef="#br0" timeOffset="37834">10861 2293 24575,'27'-25'0,"15"-15"0,-12 10 0,4-2 0,5-4 0,1 1 0,-2 1 0,0 1 0,-2 3 0,-1 2 0,-6 6 0,-2 2 0,13-7 0,-15 11 0,-11 10 0,-22 24 0,-21 24 0,0 2 0,-6 4 0,25-31 0,19-19 0,30-27 0,-6 4 0,3-4 0,9-6 0,2-2 0,-9 8 0,0-1 0,-2 4 0,-1 0 0,-2 2 0,2-3 0,-8 13 0,-22 32 0,-7 0 0,-8 22 0,5-23 0,11-3 0,14-15 0,13-7 0,3-1 0,-3 0 0,-13 5 0,-12 28 0,-13 1 0,-5 19 0,-1-13 0,5-11 0,16-15 0,19-15 0,17-11 0,10-4 0,-1 5 0,-30 52 0,-27 16 0,-12 13 0,-8-16 0,45-55 0,5-8 0,3-2 0,21-16 0,-17 15 0,-7 10 0,-18 23 0,-14 20 0,-12 8 0,-2-4 0,6-13 0,14-17 0,21-19 0,18-14 0,9-7 0,-4 4 0,-17 38 0,-17 13 0,-9 23 0,-6-10 0,14-14 0,30-22 0,-8-8 0,4-5 0,21-12 0,1-3 0,-19 10 0,-2 0 0,5-6 0,-7 9 0,-16 18 0,-12 9 0,0 9 0,12-3 0,25-9 0,7-18 0,5-5 0,0 3 0,0-2 0,1-2 0,-3 3 0,6 15 0,-45 34 0,-17 10 0,-1-2 0,2-14 0,8-14 0,19-16 0,11-17 0,3-5 0,15-9 0,-16 6 0,-4 2 0,-13 10 0,-13 18 0,-11 15 0,-3 6 0,-1-1 0,10-8 0,19-10 0,22-12 0,11-10 0,-3-2 0,-13 1 0,-19 10 0,-11 10 0,-7 9 0,-3 8 0,3 3 0,12-4 0,18-9 0,18-12 0,12-11 0,-4-6 0,-9-3 0,-12 7 0,-14 8 0,-9 6 0,-7 7 0,-5 4 0,-1 2 0,3-3 0,9-5 0,15-6 0,14-7 0,11-3 0,3-1 0,-11 5 0,-13 6 0,-13 2 0,-10 3 0,-4 3 0,-2 0 0,-1-1 0,4-4 0,4-4 0,-6 1 0,3 0 0</inkml:trace>
  <inkml:trace contextRef="#ctx0" brushRef="#br0" timeOffset="40467">12239 1029 24575,'0'29'0,"0"27"0,0-11 0,0 5 0,0-8 0,0 2 0,0 2-697,0 6 1,0 3 0,0 0 696,0 4 0,0 2 0,0 2 0,0-3 0,0 4 0,0 0 0,0-4 0,0 3 0,0-3 0,0 1 0,0-9 0,0 1 0,0-1 0,0-5 336,0 17 0,0-6-336,0-4 0,0-2 172,0 2 1,0-1-173,0-3 0,0 0 0,0-5 0,0 0 0,0-5 0,0-3 1072,0 19-1072,0-20 0,0-13 0,0 11 0,-1-4 0,-1 26 0,1-27 0,-2 1 0,-1-33 0,2 2 0,-1-7 0</inkml:trace>
  <inkml:trace contextRef="#ctx0" brushRef="#br0" timeOffset="41718">12236 2403 24575,'-11'18'0,"-5"7"0,-7 13 0,-2 0 0,7-8 0,8-13 0,7-14 0,8-23 0,11-22 0,12-17 0,-12 26 0,2 0 0,0 4 0,-1 2 0,5-2 0,-5 11 0,-8 23 0,9 32 0,-1-4 0,8 23 0,-4-20 0,-1-7 0,-3-6 0,-4-8 0,-7-7 0,-2-5 0</inkml:trace>
  <inkml:trace contextRef="#ctx0" brushRef="#br0" timeOffset="43368">12046 1483 24575,'1'26'0,"5"1"0,5 1 0,3 1 0,4 5 0,0 0 0,4 2 0,2-2 0,8 8 0,-8-12 0,3 4 0,-13-16 0,-1-2 0,-2-7 0,-3-14 0,6-38 0,-1-16 0,-2 7 0,1-3-235,0-3 0,2-4 0,0 2 235,-4 13 0,-1 3 0,0 1 0,2-9 0,0 4 0,-3 12 0,-1 6 0,-1 2 0,-3 17 0</inkml:trace>
  <inkml:trace contextRef="#ctx0" brushRef="#br0" timeOffset="51701">11854 6422 24575,'0'31'0,"0"21"0,0-10 0,0 6 0,0-6 0,0 3 0,0 5 0,1-2 0,-1 6 0,1 2 0,-1 0 0,1-3-852,0 3 0,0-3 0,-1 1 1,1 3 851,0 0 0,0 4 0,-1 1 0,1-2 0,-1-5 0,1 7 0,0-4 0,0-2 355,-1-2 1,0-2 0,0 2-356,0 10 0,0 1 0,0-2 0,0-12 0,0-2 0,0-1 0,0 1 0,0-1 0,0-5 279,1 2 1,1-10-280,-1-12 0,2-2 0,-3-5 1781,0 6-1781,0 9 0,0 3 0,0-5 0,0-6 0,0-7 0,0-4 0,0 2 0,0-3 0,-2-1 0,-2-13 0,-1-6 0,7-2 0,21 3 0,7 6 0,10 2 0,12 0 0,10 0 0,4 0-804,-13 0 1,4-1 0,2 0 0,2 1 0,2-1 803,-10 0 0,2 1 0,1-1 0,1 1 0,1-1 0,1 1 0,0-1-574,-1 0 1,0 0 0,1 0 0,0 0 0,2 0 0,-1 0 0,1 0 0,-1 0 573,2 0 0,-1 0 0,0-1 0,0 1 0,1 0 0,2-1 0,2 1 0,4 0 0,-13 0 0,2 0 0,2 0 0,2 0 0,2 0 0,0 0 0,1 0 0,0 0 0,-1 0 0,0 0 0,-1 0 0,-2 0 0,-1-1-358,1 1 0,-2 0 0,-1-1 1,-1 1-1,0 0 0,-1-1 1,1 1-1,1-1 0,0 0 1,2 1-1,2-1 358,-4 1 0,2-1 0,2 1 0,1 0 0,0-1 0,1 1 0,1-1 0,-1 1 0,0-1 0,-1 0 0,0 1 0,-3-1 0,0 0 0,-3 0 0,7 0 0,-1 0 0,-2-1 0,0 1 0,-2-1 0,-1 0 0,0 1 0,0-1 0,1 0 0,-1 0 0,6 0 0,0 0 0,-1 0 0,0 0 0,0-1 0,0 1 0,0 0 0,-1-1 0,-1 0-226,-1 0 1,-1 0-1,0 0 1,-1-1 0,1 1-1,-1-1 1,0 0 0,-1 0-1,0 0 226,4 0 0,-1-1 0,1 1 0,-2-1 0,1 0 0,-1 0 0,-1 0 0,1 0-26,5-2 1,-1 1 0,0-1 0,-1 0-1,0 0 1,0 0 0,0 1 25,-4-1 0,1 1 0,-1-1 0,0 1 0,-1-1 0,0 1 0,-1 1 152,6-1 1,-1 0 0,-1 1 0,0-1 0,-1 2 0,0-1-153,5 1 0,0 0 0,-1 0 0,-1 1 0,-2 1 473,-5 1 1,-2 0 0,0 0 0,-1 1 0,-2 0-474,8 0 0,-2 1 0,-1 0 0,-2 1 859,9 1 1,-3 1 0,-1 0-860,-6 1 0,-2 0 0,1 0 1092,3 1 0,0 0 0,-3-2-1092,4-4 0,-5-1 0,-2 3 0,-7-2 0,-11-10 0</inkml:trace>
  <inkml:trace contextRef="#ctx0" brushRef="#br0" timeOffset="53335">11973 6716 24575,'0'39'0,"0"9"0,0 16 0,0-29 0,0 1 0,0 27 0,0-13 0,0-37 0,8-50 0,5-25 0,1 11 0,3-4-239,-3 11 1,2-5 0,1 1 0,2 3 238,4-1 0,3 3 0,4 4 0,8 2 0,5 3 0,0 7 0,9 0 0,-2 11 0,-2 12 0,-6 14 0,-4 42 0,-58-6 0,-16 0 0,5-9 0,-5-4 317,1-7 1,-6-1 0,2-5-318,-8-4 0,2-5 0,7-3 0,4-2 0,-10 0 0,34-2 0,40 11 0,6 1 0,5 2 0,10 7 0,3 3 0,-14-6 0,1 1 0,0 2 0,9 8 0,1 3 0,-5-2 0,-1-1 0,-3 0 0,9 8 0,-9-5 0,-21-16 0,-9-8 0</inkml:trace>
  <inkml:trace contextRef="#ctx0" brushRef="#br0" timeOffset="53817">13034 7007 24575,'0'0'0</inkml:trace>
  <inkml:trace contextRef="#ctx0" brushRef="#br0" timeOffset="54383">13400 6569 24575,'0'42'0,"0"1"0,0 13 0,0-2 0,0 6 0,0 3 0,0-47 0</inkml:trace>
  <inkml:trace contextRef="#ctx0" brushRef="#br0" timeOffset="55067">13077 6484 24575,'10'-7'0,"15"-4"0,30-9 0,-13 7 0,3 0 0,6-1 0,1 1 0,2 0 0,-2 1 0,-3 3 0,-1 0 0,-4 2 0,-2 0 0,-3 0 0,-2 1 0,3 2 0,-5 0 0,1 0 0,-5 2 0</inkml:trace>
  <inkml:trace contextRef="#ctx0" brushRef="#br0" timeOffset="55866">13846 6680 24575,'0'55'0,"0"-7"0,0 2 0,0-10 0,0 0 0,0 10 0,0-5 0,0-12 0,0-17 0,0-12 0</inkml:trace>
  <inkml:trace contextRef="#ctx0" brushRef="#br0" timeOffset="57085">14269 6690 24575,'0'60'0,"0"-3"0,0-17 0,1-15 0,5-23 0,8-24 0,9-19 0,3-6 0,6 7 0,-13 20 0,1 23 0,-9 21 0,3 12 0,1 5 0,14-1 0,-4-19 0,14-11 0,-1-31 0,8-16 0,-19 11 0,1-2 0,-1-1 0,0 1 0,-2 3 0,-2 2 0,13-10 0,-13 15 0,-13 11 0,-21 10 0,-24 12 0,7-2 0,-3 2 0,-6 5 0,0 2 0,3 1 0,2 2 0,5-1 0,4 2 0,-4 22 0,29-6 0,31-6 0,25-7 0,-15-18 0,1-3 0,11 2 0,-8-6 0,-40-4 0</inkml:trace>
  <inkml:trace contextRef="#ctx0" brushRef="#br0" timeOffset="58384">12605 7717 24575,'-13'0'0,"-17"5"0,-9 10 0,-5 5 0,7-1 0,-1 3 0,-14 11 0,5 3 0,19-8 0,7 2 0,7 2 0,7 1 0,22 11 0,5-18 0,7-3 0,8-4 0,4-4 0,4 2 0,1 1 0,-2 0 0,-1 1 0,-8 0 0,-3 1 0,12 25 0,-19 3 0,-23 2 0,-30-19 0,-14-6 0,-16-9 0,-7-7 0,21-2 0,-1-2 0,1-3 0,-1-5 0,-1-3 0,8-4 0,-14-19 0,26 11 0,19 4 0</inkml:trace>
  <inkml:trace contextRef="#ctx0" brushRef="#br0" timeOffset="60567">13239 7845 24575,'-47'10'0,"7"9"0,7-5 0,1 4 0,-8 20 0,14 1 0,15 4 0,17-16 0,23 0 0,23-19 0,-19-6 0,2 0 0,-1 0 0,-1 0 0,30 15 0,-30 32 0,-17 0 0,-29-6 0,-10-1 0,-17 1 0,8-18 0,-2-4 0,-19-4 0,1-9 0,10-4 0,18-3 0,12-1 0</inkml:trace>
  <inkml:trace contextRef="#ctx0" brushRef="#br0" timeOffset="62684">14063 7726 24575,'-57'16'0,"25"-4"0,-1 4 0,-14 13 0,1 3 0,18-10 0,2 0 0,-4 3 0,13-2 0,28-8 0,28-8 0,7-7 0,4-3 0,-14 0 0,-1 1 0,11-4 0,-8 3 0,-20 7 0,-26 21 0,-16 20 0,-5 7 0,9-11 0,0 2 0,1-3 0,-1 3 0,5-5 0,5 24 0,35-41 0,10-9 0,-1-11 0,2-9 0,23-8 0,0-8 0,-12-7 0,-3-5 0,-1-12 0,-4 1 0,-16 17 0,-2 3 0,15-16 0,-31 55 0,-2 44 0,-3-17 0,0 12 0,0-67 0,2-45 0,5-2 0,-2 23 0,6 5 0,32 9 0,-4 18 0,13 22 0,-21 21 0,-7 17 0,-9 7 0,-8-9 0,-5-14 0,4-45 0,8-24 0,3-9 0,3-3 0,11-10 0,-11 23 0,0 8 0,1 16 0,-4 24 0,-1 20 0,0 15 0,1 5 0,2-13 0,32-27 0,-5-33 0,-12-3 0,-2-5 0,-7-5 0,-4-2 0,12-23 0,-9 26 0,-9 30 0,-3 33 0,-1 15 0,2 4 0,0-13 0,-3-16 0,-4-21 0,-3-49 0,-6 3 0,1 7 0,0 0 0,-3-3 0,0 11-1696,24 11 0,-15 10 0,17 2 0</inkml:trace>
  <inkml:trace contextRef="#ctx0" brushRef="#br0" timeOffset="63884">12141 7499 24575,'55'-3'0,"-9"-2"0,7-1 0,0 1 0,5-1 0,2 0-1167,-4 0 0,3 0 0,2-1 1,0 0 1166,-7 2 0,0 0 0,1-1 0,1 1 0,1 0-406,3 1 0,2-1 0,0 0 0,0 1 0,0 0 406,2 0 0,0 0 0,1 0 0,0 0 0,1 1-294,-6 0 1,1 0 0,0 1 0,1-1 0,0 1 0,0-1 293,-7 1 0,1 0 0,0 0 0,0-1 0,1 1 0,0 0 0,0 0 0,2 0 0,1 1 0,0-1 0,0 0 0,0 1 0,1-1 0,0 1 0,1-1 0,0 1 0,0 0 0,1 0 0,0 0 0,2 0 0,2 1 0,-6-1 0,2 0 0,1 1 0,1 0 0,0 0 0,1-1 0,1 1 0,0 0 0,0 0-363,-8 0 1,0 0 0,1 0 0,0 0 0,1 0 0,0 0 0,0 0 0,-1 0 0,1 0 0,-1 0 0,-1 0 362,4 0 0,0 0 0,0 0 0,0 0 0,-1 0 0,0 0 0,0 0 0,0 0 0,0 0 0,-1 0 0,6 0 0,0 0 0,0 0 0,0 0 0,-1 0 0,0 1 0,-3-2 0,-1 1 0,-4 0-35,9-1 0,-3 1 0,-2-1 0,-3 0 1,0 0-1,0-1 35,5 1 0,-1 0 0,-1 0 0,-1-1 0,1 0 286,0-1 0,1 0 0,0 0 0,-3-1 0,-4 1-286,8-1 0,-6 0 0,-2 1 492,15-2 0,-14 1 0,-24 1 0,-44 3 0</inkml:trace>
  <inkml:trace contextRef="#ctx0" brushRef="#br0" timeOffset="64934">15626 5777 24575,'-2'21'0,"0"31"0,1-4 0,1 8 0,0-5 0,0 4 0,0 4-1271,0-1 0,0 3 0,0 3 0,0 0 1271,0-8 0,0 1 0,0 0 0,0 2 0,0 1-427,0-4 0,0 3 1,0 0-1,0 1 1,0 0-1,0 0 427,0 1 0,0 1 0,0 0 0,0 0 0,0 0 0,0 0 0,0-2 0,0 0 0,0 1 0,0-1 0,0-1 0,0 1 0,0 1 0,0-1 0,0 1 0,0-1 0,0-1 0,0-2 11,0 4 0,0-1 0,0-2 0,0-1 0,0 0-11,0 8 0,0-1 0,0-1 0,0-4 0,0 6 0,0-4 0,0-3 0,0 11 0,0-9 494,0-7 0,0-18 1,0-43-1</inkml:trace>
  <inkml:trace contextRef="#ctx0" brushRef="#br0" timeOffset="74467">9889 2448 24575,'61'16'0,"-15"-4"0,7 2 0,-1 0 0,6 1 0,2 1-658,-4-2 1,2 1 0,3 0 0,6 1 657,-11-3 0,4 0 0,3 1 0,3 1 0,1 0 0,0-1 0,-1 1-226,-5-2 0,2 0 1,-1 0-1,2 1 1,-1-1-1,1 1 0,0-1 1,0 2 225,-4-1 0,0 0 0,1 1 0,0-1 0,0 1 0,-1 0 0,0 0 0,-2 0 0,-2-1 0,6 2 0,0-1 0,-1 1 0,-1-1 0,-4 0 0,-2 0 0,-5-1 0,7 4 0,-4 0 0,-6-1 0,-5 0 504,5 4 1,-14-4-505,-24-11 0,-5-3 0,-5-4 0</inkml:trace>
  <inkml:trace contextRef="#ctx0" brushRef="#br0" timeOffset="76251">13651 2822 24575,'-39'0'0,"5"16"0,-3 7 0,-2-1 0,1 5 0,-7 17 0,7 8 0,16-2 0,6 3 0,3 0 0,7 3 0,12 10 0,16-5 0,25-21 0,10-9 0,-6-1 0,4-10 0,-7-20 0,3-9 0,-6-5 0,-1-6 0,-7-3 0,9-6 0,-20 20 0,-22 35 0,-3 21 0,6-15 0,24-36 0,-8-37 0,-3 5 0,-2-3 0,-4-21 0,-7 22 0,-3 33 0,1 24 0,17 26 0,0-20 0,2-1 0,21 17 0,6-11 0,-21-19 0,-13-7 0,18-52 0,-14-2 0,-1 3 0,0 1 0,0 1 0,8 28 0,-8 47 0,4 13 0,2 4 0,-5-10 0,0-2 0,8 12 0,4-6 0,2-21 0,1-14 0,-3-26 0,-2-13 0,3-3 0,-5-3 0,-7-4 0,-5 4 0,0 3 0,-4 62 0,-1 17 0,15 15 0,-4-16 0,3-5 0,23-12 0,4-32 0,-15-26 0,-4-12 0,-5-2 0,-2-4 0,-1-2 0,-3 3 0,-10 13 0,-4 8 0,-5 15 0</inkml:trace>
  <inkml:trace contextRef="#ctx0" brushRef="#br0" timeOffset="77200">15976 2947 24575,'-3'19'0,"0"35"0,3-5 0,0 6 0,0-8 0,0 2 0,0 1-321,0 2 1,0 0-1,0 0 321,0-4 0,0 0 0,0-1 105,0 0 0,0-1 1,0-7-106,0 13 159,4-54-159,3-45 0,0-24 0,1 18 0,0-3 0,4-3 0,2 0 0,3-4 0,2 1 0,-1 5 0,0 4 0,1 4 0,3 3 0,9-7 0,4 1 0,-2 17 0,16 17 487,3 40-487,-36 30 0,-15-18 0,-6 1 0,-8 2 0,-7-2 0,-8-4 0,-6-3 0,-6-7 0,-7-5 0,2-7 0,-5-3 0,6-1 0,10-2 0,3-1 0,-12-2 0,0 1 0</inkml:trace>
  <inkml:trace contextRef="#ctx0" brushRef="#br0" timeOffset="77800">16689 3074 24575,'0'35'0,"0"1"0,0 8 0,0 2 0,0 13 0,0 2 0,0 0 0,0 1 0,0 3 0,0-5 0,0-23 0,0-4 0,0 22 0,0-57 0,0-2 0,0-4 0</inkml:trace>
  <inkml:trace contextRef="#ctx0" brushRef="#br0" timeOffset="78351">17348 3084 24575,'0'58'0,"0"0"0,0-9 0,0 2 0,0-5 0,0-1 0,0-4 0,0 7 0,0-9 0,0-21 0,0-15 0</inkml:trace>
  <inkml:trace contextRef="#ctx0" brushRef="#br0" timeOffset="79134">18070 3034 24575,'26'44'0,"-10"8"0,-8-20 0,-2 2 0,-4 14 0,-6 0 0,-4-13 0,-6-1 0,-9 8 0,-7-6 0,-12-16 0,-6-8 0,-11-1 0,-5-5 0,7-3 0,-5-1 0,3-2 0,12 1 0,3-1 0,-2 0 0,-5 0 0,-2 0 0,5 0 0,-1 0 0,5 0 0,-9 1 0,13-1 0,31 2 0</inkml:trace>
  <inkml:trace contextRef="#ctx0" brushRef="#br0" timeOffset="81733">6977 2552 24575,'4'-43'0,"7"-4"0,11-12 0,-4 20 0,5-7 0,4-4 0,3-4 0,3-3 0,1-1 0,0-1 0,0 2-894,-4 7 0,1-1 1,1-1-1,0-1 0,2-1 1,0-1-1,1 1 0,0-1 1,0 1-1,0-1 0,-1 1 769,-1 3 1,-1 0 0,1 0 0,0 0 0,0 0 0,0-1 0,0 1 0,1 0-1,0 0 1,1-1 0,1 1 0,0 0 124,0 1 0,2-1 0,1-1 0,1-1 0,0 0 0,1 0 0,0 1 0,-1 2 0,-1 0 0,-2 3 0,0 3 0,-3 2 0,-3 4 241,15-17 1,-4 7 0,-3 4 0</inkml:trace>
  <inkml:trace contextRef="#ctx0" brushRef="#br0" timeOffset="84068">7797 659 24575,'-6'2'0,"10"53"0,2 1 0,1-4 0,1 2 0,-2-13 0,0-1 0,0-1 0,-1-3 0,-1 0 0,0-48 0,-3-26 0,-2-14 0,1 5 0,0-5 0,1-1 0,0-7 0,1-3 0,6 0 0,4 7 0,4-3 0,4 2 0,3 6 0,7-1 0,3 6 0,3 4 0,2 1 0,2 4 0,-2 19 0,5 33 0,-11 17 0,-23 0 0,-13 5 0,-11 5 0,-9 3 0,0-4 0,-1-10 0,1 0 0,-10 17 0,12 1 0,37 9 0,9-17 0,10-1 0,9-11 0,8-4 0,-1-3 0,-9-4 0,-1-2 0,2-3 0,16 0 0,2-3 0,-8-7 0,-16-10 0,-6-6 0,22-26 0,-80 2 0,1 17 0,-19 28 0,25 34 0,19 21 0,29-17 0,10-2 0,-10-13 0,5-8 0,9-8 0,7-7 0,-7-14 0,-5-29 0,-8-12 0,6 5 0,-7-2 0,-15-13 0,-9 3 0,-3 6 0,2 24 0,9 25 0,14 30 0,3 20 0,-1 9 0,-7-12 0,-3 2 0,-1-1 0,0 3 0,-7-4 0,-8-2 0,-9-4 0,-8-4 0,-8-5 0,-6-6 0,-6-6 0,-4-6 0,-1-6 0,3-3 0,3-5 0,-12-19 0,43-29 0,24 12 0,13-2 0,11-5 0,12 2 0,-13 17 0,6 0 0,1 2 0,-3 3 0,-2 1 0,-2 2 0,1 3 0,8 0 0,1 2 0,-9 10 0,9 27 0,-22 20 0,-16 10 0,-9-6 0,-3-14 0,-1-21 0,-1-7 0,1-9 0</inkml:trace>
  <inkml:trace contextRef="#ctx0" brushRef="#br0" timeOffset="85884">10014 1047 24575,'-20'-1'0,"-15"14"0,-14 24 0,24-8 0,3 4 0,4 6 0,4 3 0,5-3 0,5-2 0,14 19 0,22-27 0,-3-35 0,4-13 0,12-19 0,0-12 0,-14 6 0,0-6 0,-4-1-303,0-6 0,-4-3 0,-3 0 303,-4 5 0,-3 0 0,-4 2 0,0-10 0,-5 6 0,-3 13 0,-1 19 0,0 66 0,6 19 0,-1-19 0,2 5 0,3-2 0,7 4 0,7-5 0,13 1 0,6-11 454,-5-21 1,2-9-455,-1-10 0,-3-3 0,6-3 0,-13 20 0,-8 27 0,10 6 0,7-43 0,-13-3 0,2-6 0,22 21 0,0-1 0,8-4 0,-6-11 0,3-6 0,-2-2 0,-2 0 0,-2-2 0,-4-7 0,-1-12 0,-3-7 0,-10-2 0,-8-15 0,-9-2 0,-3 6 0,-5 1 0,-4 2 0,-11 16 0,-25 42 0,2 43 0,18-9 0,2 7 0,2 1 0,4-3 0,2 1 0,5 0 0,6 5 0,3 0 0,5-4 0,6-1 0,4-5 0,1-1 0,4-11 0,20-25 0,-34-7 0,-3-6 0</inkml:trace>
  <inkml:trace contextRef="#ctx0" brushRef="#br0" timeOffset="87484">12076 622 24575,'6'-32'0,"0"-1"0,5-13 0,0-3 0,2-9 0,-1-3 0,0 0 0,-2 1 0,-3 11 0,-2 4 0,-5-6 0,-9 26 0,-18 34 0,5 11 0,-1 9 0,-5 14 0,2 8 0,9-9 0,1 3 0,3 4 0,4 2 0,2 4 0,3 1 0,2-4 0,2-3 0,2-3 0,5 1 0,5 15 0,5 1 0,3-12 0,0-23 0,3-6 0,5 2 0,1-10 0,4-27 0,-2-20 0,-3-9 0,-5 4 0,-8 18 0,-8 12 0,-3 8 0</inkml:trace>
  <inkml:trace contextRef="#ctx0" brushRef="#br0" timeOffset="88134">13172 314 24575,'3'61'0,"-2"-16"0,-1 4 0,-3 14 0,0 2 0,1-19 0,0 0 0,0 0 0,-1-1 0,0 0 0,1-4 0,0-6 0,0-5 0,-1 14 0,3-44 0,0-7 0</inkml:trace>
  <inkml:trace contextRef="#ctx0" brushRef="#br0" timeOffset="88817">12746 485 24575,'49'-2'0,"1"0"0,-7-2 0,4-1 0,1-2 0,14-1 0,3-2 0,1-1-693,-11 2 1,1-2 0,0 1 0,-1-1 692,-5 1 0,1-1 0,-2 0 0,-2 1 0,6-1 0,-3 0 0,-3 1 439,4-1 1,-10 2-440,-11 5-1464,-31 12 1,-12-1 0,-4 4-1</inkml:trace>
  <inkml:trace contextRef="#ctx0" brushRef="#br0" timeOffset="91034">13744 699 24575,'-8'0'0,"-4"0"0,-8 0 0,-6 4 0,-3 13 0,6 15 0,9 12 0,7 4 0,10-11 0,13-12 0,13-13 0,9-7 0,-1-27 0,-20 0 0,-19-16 0,-22 13 0,-6 9 0,8 7 0,25 3 0,31-1 0,-2 2 0,4 0 0,8-2 0,1 2 0,1-1 0,-2 2 0,-5 0 0,-3 3 0,13 14 0,-32 15 0,-9 8 0,-12-2 0,-4 1 0,3 5 0,-4-5 0,-27-4 0,37-70 0,23-9 0,1 10 0,6 1 0,3 9 0,0 4 0,-3 2 0,-1 3 0,13-6 0,-17 12 0,-15 8 0,-10 8 0,-13 11 0,-18 30 0,10-10 0,-3 9 0,26-31 0,14-11 0,6-7 0,3 1 0,-7 32 0,-22 19 0,-10 12 0,-3-2 0,-5 7 0,-4 3-560,6-17 0,-2 4 1,-1 1-1,-1 0 0,-1-1 560,0 0 0,-2 1 0,0-1 0,-1 0 0,1-1 0,1-2 0,-1 2 0,1-2 0,1-2 0,2-6 0,-1 3 0,3-5 0,3-6 0,2 9 0,31-64 0,15-28 0,-1 1 0,2-2 0,1 0 0,0 4 0,2-2 0,-5 12 0,7 10 0,-7 48 0,-22 8 0,-4 6 1399,2 5 1,-1 0-1400,-1-2 0,0-3 0,2 18 0,-3-24 0,-4-16 0,1-9 0,-1-4 0</inkml:trace>
  <inkml:trace contextRef="#ctx0" brushRef="#br0" timeOffset="92317">14509 813 24575,'0'24'0,"0"9"0,0 6 0,1-7 0,2-12 0,6-16 0,10-15 0,5-12 0,7-21 0,-11 15 0,6 1 0,6 51 0,1-3 0,15 15 0,-9-20 0,-2-18 0,-3-22 0,-20-8 0,-6-3 0,-11-16 0,-12 3 0,-16 54 0,6 23 0,9 4 0,8-7 0,5-13 0,3-5 0</inkml:trace>
  <inkml:trace contextRef="#ctx0" brushRef="#br0" timeOffset="103000">4310 10270 24575,'0'33'0,"-1"1"0,-2 6 0,0 2 0,-1 5 0,0 3-956,0-3 1,0 3 0,0 1 0,0 2 955,0 5 0,0 3 0,1 0 0,0 1 0,0 1 0,0 0 0,1 1 0,1-1 0,-1 0 0,2 0 0,-1 0 0,1 0 0,0-2 0,0 0 0,0-1 0,0 1 0,0-2 0,0 0 0,0 0 0,0-1 0,0 0 0,0-1 0,0 1 0,0 3 0,0 1 0,0 4 0,0 1 0,0-1 0,0-3 0,0 2 0,0-4 0,0 1 0,0 2-271,0-11 1,0 2-1,0 1 1,0 0-1,0-2 1,0-1 270,0 10 0,0-3 0,0-1 0,0 2 0,-1 1 0,1 1 0,-1 1 0,-1-1 0,0 2 0,0-1 0,-2 1 0,1-1 0,-2-1 0,0-1 0,-1 1 0,0 1 0,-1-2 0,0 2 0,-1 0 0,0-1 0,0-4 0,1-3 0,0-3 0,0-1 0,0 2 111,-1 9 1,-1 3-1,1-2 1,1-7-112,0 10 0,1-6 0,0-6 0,0-4 0,3-13 0,0-3 1684,-3 10-1684,2-24 2353,0-14-2353,0-16 0,1 6 0,1-8 0</inkml:trace>
  <inkml:trace contextRef="#ctx0" brushRef="#br0" timeOffset="105935">2952 12836 24575,'39'0'0,"0"0"0,1 0 0,5 0 0,3 0 0,13 0 0,4 0 0,3 0-1088,-9 0 1,1 0 0,2 0-1,-1 0 1088,1 0 0,-1 0 0,2 0 0,4 0 0,-14 0 0,3 0 0,2 0 0,2 0 0,-1 0 0,-1 0 0,-2 0 0,9 1 0,-3-1 0,0 1 0,2 0 0,7 1 0,-19-1 0,4 0 0,2 1 0,2-1 0,1 1 0,1 0 0,1 0 0,-1-1 0,-1 1 0,-1 0 0,4-1 0,-1 1 0,-1 0 0,-1-1 0,1 1 0,1 0 0,2-1 0,1 1 0,2 0-290,-10-1 1,2 1-1,1-1 1,1 1 0,1 0-1,1-1 1,0 1-1,1-1 1,1 1 0,-1-1-1,0 1 1,1-1 0,-2 0 289,-1 0 0,0 0 0,1-1 0,-1 1 0,1 0 0,0-1 0,0 1 0,1-1 0,-1 1 0,0-1 0,1 0 0,-1 1 0,0-1 0,1 0 0,-1 1 0,1-1 0,0 0 0,0 0 0,0 1 0,0-1 0,0 0 0,0 0 0,0 0 0,0 0 0,0 1 0,0-1 0,-1 0 0,1 0 0,-2 1 0,0-1 0,1 0 0,0 0 0,0 1 0,0-1 0,0 0 0,-1 1 0,-1-1 0,0 1 0,-1-1 0,-1 1 0,-1-1 0,-2 1-196,8 0 0,-1 0 0,-1 0 1,-2 0-1,-1 1 0,0-1 0,-1 1 1,-1-1-1,1 1 0,-1 0 196,3 0 0,1 1 0,-1-1 0,0 1 0,-1 0 0,-1 0 0,-2 0 0,-2 1 0,-2 0 0,16 2 0,-3 0 0,-4 1 0,0 0 0,1 0-303,-2 0 0,1 0 1,-1 0-1,0 0 1,0 0 302,-1 0 0,0 0 0,-1 0 0,1 0 0,-1 0 0,0-1 0,-2 0 0,1 0 0,2 0 0,2 0 0,-5-1 0,3 1 0,1 0 0,1 0 0,0 0 0,-2 0 0,-2 0 0,0-1 0,-4 0 0,0 0 0,0 0 0,1 0 0,3 1-99,1-1 0,4 0 0,1 1 0,0 0 0,0-1 0,-2 1 0,-2-1 99,8 1 0,-4-1 0,0 1 0,-1-1 0,2 0 0,-10-1 0,0 0 0,1 0 0,0 0 0,2 0 0,2 1 174,-3-1 0,3 0 0,1 1 0,1-1 1,1 1-1,-1 0 0,0-1 0,-1 1-174,3 0 0,1 0 0,-1 1 0,-1-1 0,1 0 0,-1 0 0,-1 1 0,0-1 0,0 0 0,0 0 0,-1 0 0,-1 0 0,-2 1 0,-2-1 667,8 1 1,-3 1-1,-1-1 1,-4 1 0,-2 0-668,11 2 0,-4 1 0,-3 0 733,-3 0 0,-2 2 1,1 0-734,5 3 0,1 2 0,-5-1 1679,3 2 1,-5 0-1680,-11-2 0,4-4 0,-3-7 0,6-2 0,4-2 0,6 0 0,-9 0 0,5-1 0,3 0 0,3 0 0,2-1 0,0 1 0,-1 0 0,-1 0-474,-1 0 1,-1 0 0,0 0 0,0 0 0,1 0-1,1 0 1,1 0 0,3 0 473,-7 0 0,2 0 0,1 0 0,2-1 0,1 1 0,0 0 0,0 0 0,-1 0 0,-1 0 0,-2 0 0,-2 1 0,7-1 0,-2 0 0,-1 0 0,-2 1 0,0-1 0,0 1 0,0 0 0,2 0 0,1 0 0,0 1 0,0-1 0,0 1 0,0 0 0,1 1 0,-1-1 0,1 1 0,1 0 0,0 0 0,0 0 0,0 0 0,0 1 0,1-1 0,-1 1 0,0 0 0,-6 0 0,0 0 0,-1 0 0,1 0 0,0 1 0,0-1 0,0 0 0,0 1 0,1-1 0,0 1 0,1-1 0,1 1 0,-1 0 0,0 0 0,1-1 0,0 1 0,-1-1 0,1 1 0,1-1 0,-1 0 0,0 1 0,-1-1 0,2 0 0,0 0 0,2-1 0,2 1 0,3-1 0,-12 0 0,2-1 0,1 0 0,1 0 0,2 0 0,1 0 0,0 0 0,1-1 0,0 1 0,1 0 0,0-1 0,-1 1 0,1-1 0,-2 0 0,-1 1 0,-1-1 0,1 0 0,-1 0 0,1 0 0,0 0 0,0 0 0,0 0 0,0 0 0,1 0 0,0 0 0,1-1 0,-1 1 0,1 0 0,1-1 0,-7 1 0,1-1 0,1 1 0,0-1 0,1 1 0,0-1 0,0 0 0,1 1 0,-1-1 0,1 0 0,-1 0 0,0 0 0,-1 1 0,0-1 0,-1 0 0,0 0 0,-1 0 0,-1 0 0,7 0 0,0 1 0,1-1 0,-2 0 0,1 0 0,-1 0 0,-1 0 0,-1 0 0,0 0 0,-2-1 0,-1 1 0,-2 0 0,-1 0 0,-2 0 0,16 0 0,-1 0 0,-3 0 0,-1 0 0,-3 0 0,-3 0 0,-2 0 0,-4 0 0,21 0 0,-5 0 0,-8 0 0,-11 0 0,-12 0 0,-9 0 0,-5 0 0,-16 0 0</inkml:trace>
  <inkml:trace contextRef="#ctx0" brushRef="#br0" timeOffset="114734">4513 12837 24575,'14'-58'0,"0"-1"0,1 16 0,2-1 0,1 0 0,2-1 0,2-1 0,1 1 0,4 0 0,2 0 0,0 3 0,9-8 0,2 2 0,-12 13 0,2-1 0,1-2 0,0-2 0,2-3 0,0 0 0,-2 2 0,2-2 0,-1 1 0,0-2-296,-3 4 1,2-2-1,-2 0 1,-1 3 295,9-13 0,-3 4 0,0 1 0,-2 2 193,-2 5 0,-1 2-193,-3 4 0,0 2 98,8-5 0,2 1-98,6-1 0,4 1 0,-5 5 0,2-1 0,2 1 0,5 2 0,1 1 0,2 2 0,2 1 0,2 1 0,-2 4 0,-10 5 0,-2 3 0,0 2 300,17-1 0,-4 4-300,-19 5 0,-2 3 0,28 5 0,-24 15 0,-2 7 0,-10-6 0,-2 3 0,8 15 0,-2 5 0,-11-11 0,-2 1 0,-1 1 0,0 2 0,6 21 0,0 4 0,-6-15 0,1 1 0,-1 1 0,1 0 0,-1 0 0,1 1 0,-1 0 0,0 0 0,0 0 0,1 5 0,-1 1 0,-1 2 0,-2-10 0,-2 2 0,1 0 0,0 0 0,0 1 0,0 0 0,-1 1 0,1-1 0,-1 1 0,-1-1 0,0 1 0,0 0 0,0 0 0,0 1 0,0 0 0,-1 0 0,0-1 0,0-1 0,-1 1 0,0 0 0,1 0 0,0 1 0,0 0 0,-1-3-187,1 11 1,-1-2 0,0-4 186,1 7 0,0-4 0,-2 0 0,1-2 0,-1-2 0,0-1 0,0-4 0,0-1 0,0-3 0,0-1 0,1-3 0,-1 0 0,1-1 0,0-1 0,0-1 0,1 1 279,0-2 1,1 1-280,1-3 0,0 2 0,7 12 0,0 0 0,-4-14 0,-1 0 0,6 11 0,-1-1 0,-5-14 0,-1-3 0,1 1 0,0 0 0,14 27 0,-1-5 0,2-6 0,-1-7 0,2-5 0,4-4 0,10-2 0,8 1 0,7-2 0,-28-14 0,1-1 0,1-2 0,0-1 0,1-2 0,1-3 0,2-3 0,0-4 0,0-5 0,1-4 0,4-9 0,-1-5 0,0-4 0,1-7 0,-3 1 0,0-5 0,-1 0 0,-7 7 0,-2 1 0,1-3-168,6-6 1,2-3 0,-4 0 167,-8 8 0,-2 1 0,-1-1 0,0-4 0,-1-1 0,0-1 0,1-7 0,-1-1 0,-1-2-512,0-6 0,-1-1 1,-1-1 511,-3 12 0,0-1 0,-1-1 0,1 1 0,0-2 0,0 1 0,0 0 0,0 0 0,0 2 0,1 0 0,0 1 0,1 0 0,5-12 0,2 0 0,0 3-258,-2 3 1,1 2 0,1 0 257,-2 5 0,2 0 0,-1 1 0,-2 3 0,1 0 0,-1 2-61,8-16 1,0 1 60,-1 3 0,-1 0 0,-3 4 0,-2 1 220,-1 0 1,-1 1-221,-2-1 0,-1 0 748,-2 0 1,0-1-749,0 1 0,0 0 426,1 1 0,1 0-426,2 3 0,2 0 70,1 2 0,2 1-70,1 1 0,1 1 0,0 1 0,0 0 0,-2 3 0,1 2 0,-4 3 0,0 2 0,14-17 0,-11 15 0,-10 13 0,-6 8 0,-4 6 0,-2-4 0,4-17 0,19-35 0,-2 13 0,6-8 0,-1 3 0,-5 11 0,0 2 0,2-1 0,1-2 0,1-3 0,2 0 0,0 6 0,4 3 0,1 5 0,-1 1 0,4-3 0,-1 3 0,8-1 0,0 5 0,-8 12 0,-2 3 0,24-2 0,-21 6 0,3 2 0,2 2 0,2 1 0,1 0 0,0 1 0,0-1 0,-1 2 0,-5 0 0,-1 5 0,0 12 0,-2 8 0,-2 10 0,-1 6 0,2 3 0,-3 4 0,-5 5 0,-4 1 0,-7-10 0,-3 0 0,1 1 0,-1 3 0,-1 0 0,1 4 0,-1-2 0,-2-8 0,0-2 0,0 2 0,4 12 0,0 3 0,1 1 0,2 1 0,1 1 0,1 1 0,-3-11 0,1 0 0,0 0 0,1 0 0,-2-1 0,1 0 0,0-1 0,0 1 0,1-2 0,0 1 0,0-1 0,-1 0 0,1 0 0,-1 1 0,1-2 0,-2-1 0,2 5 0,-1-3 0,1 3-175,-2-6 0,1 3 0,-1-1 0,-1-2 175,-2-2 0,0-3 0,-1 1 0,6 18 0,1 2 0,-2-8 0,0 4 0,-2-2 0,-3-13 0,-1-1 0,1 2 0,2 8 0,0 1 0,-2-4 0,-2-2 0,-2-4 0,-2-7 0,-2-2 0,2 14 0,-5-17 0,-2-10 0,0 4 700,5 9-700,8 18 0,1-16 0,2 2 0,6 4 0,2 0 0,3 4 0,1 0 0,3 0 0,1-1 0,-3-4 0,2 1 0,7 11 0,1-3 0,-11-13 0,0-2 0,4 5 0,0-4 0,8 2 0,-1-7 0,-11-12 0,2-2 0,15 4 0,-4-9 0,1-3 0,11-4 0,-3-3 0,2-3 0,-18-1 0,0-2 0,16-5 0,-1-5 0,-8-6 0,-3-5 0,5-7 0,0-5 0,-5-3 0,1-5 0,0 0 0,0-2 0,0-2 0,0 1 0,1-3 0,-1 0 0,-1 0 0,-1 3 0,0 0 0,-1-2 0,-5 4 0,-1-1 0,-1-2 0,1-2 0,-4 3 0,-1 0 0,0-2 0,1-2 0,1-2-294,-3 5 0,2-2 0,0-1 1,1-2-1,0 0 0,1-2 0,0 0 294,-1 1 0,1-2 0,1-1 0,0 0 0,0-1 0,0 1 0,-1 2 0,-1 1-451,0 1 1,-1 1-1,-1 1 1,1 1 0,-1 0-1,1 1 1,0-1 450,1 0 0,1-1 0,0 1 0,-1 0 0,1 1 0,-2 3 0,-1 1 0,7-15 0,-1 3 0,-2 4 0,-1 4 0,-1 4 0,-2 5 0,-1 1 0,9-18 0,-4 11 0,-9 20 0,-15 4 1704,15-25-1704,1 12 0,6-2 0,8-6 0,8-1 0,-5 13 0,7-2 0,2 2 0,-4 2 0,0 1 0,-2 3 0,3-1 876,-2 2 1,2-2-1,0 2 1,-1 5-877,0 5 0,-1 4 0,-1 4 0,17 2 0,-1 6 0,-3 4 0,-3 5 0,-8 4 0,-3 6 0,-2 11 0,-4 5 0,-7-6 0,-1 2 0,8 12 0,-2 1 0,-7-3 0,-3 1 0,1 2 0,-1 4 0,-2-3 0,0 4 0,0 1 0,1 6 0,-1 2 0,0-1 0,0-2 0,-1 0 0,-1 0 0,0 0 0,-1 0 0,-1-1 0,0-1 0,-1-1 0,0-2 0,4 10 0,1 1 0,-5-12 0,1 3 0,1-1 0,1 0 0,0-1 0,0-2 0,2 10 0,0-1 0,-4-8 0,1 1 0,0 1 0,-2-3 0,1 1 0,-1 0 0,0 2 0,0 0 0,0 0 0,0-1 0,1 0 0,0-1 0,-2 0 0,1-1 0,-2-2 0,3 4 0,-1-1 0,1 1 0,0 0 0,-1 0 0,0-1 0,-2-6 0,-1-2 0,-1-6 0,0-2 0,3 13 0,-7-23 0,-4-23 0,-3-2 0,0 16 0,4 23 0,0-6 0,2 4 0,4 8 0,2 3 0,4 5 0,5 4 0,2 0 0,4 4 0,1-1 0,-1-4 0,0-2 0,0 0 0,1 0 0,0 0 0,-1-5 0,4 5 0,-3-9 0,0-5 0,-3-9 0,11-3 0,-4-5 0,27-4 0,-9-8 0,-2-8 0,2-2 0,-16 1 0,2-2 0,27-4 0,-1-2 0,-23 1 0,-2-1 0,12-4 0,2-3 0,1-1 0,-2-2 0,-11 5 0,-1-1 0,9-3 0,1-3 0,-4-7 0,-1-3 0,2-2 0,2-2 0,-7 4 0,1-1 0,0-1 0,0 2 0,0 0 0,1 0 0,2-1 0,0 1 0,-1 1 0,7-7 0,-2 3 0,-2 0 0,-3 1 0,-11 4 0,-3-1 0,-6 2 0,0 0 0,3-6 0,-2 1 0,5-12 0,-7 10 0,-13 18 0,-3 7 0,-2-1 0,-2 2 0,0 1 0,2-5 0,9-8 0,22-34 0,-5 6 0,-9 16 0,-3 0 0,0-5 0,-9 18 0,-4 9 0</inkml:trace>
  <inkml:trace contextRef="#ctx0" brushRef="#br0" timeOffset="118201">6469 10867 24575,'35'-43'0,"1"1"0,-1-1 0,-3 7 0,4-3 0,2-2 0,1-1 0,2-2 0,0-1 0,-4 4 0,1-1 0,2-1 0,0-1 0,1-1 0,-1 0 0,1 1 0,0 0-142,-1 1 0,2-1 0,0 0 1,0 0-1,-1 1 0,-1 1 1,-1 2-1,-2 1 142,8-8 0,-1 1 0,-2 2 0,-3 4 0,-4 4 185,16-15 1,-12 13-186,-19 22 188,-21 19-188,-2 4-1649,0 0 1,1-2 0,2-1-1</inkml:trace>
  <inkml:trace contextRef="#ctx0" brushRef="#br0" timeOffset="120834">8546 9487 24575,'-50'1'0,"-1"1"0,11 15 0,0 7 0,0 5 0,-10 7 0,1 5 0,6 7 0,13-6 0,2 5 0,6 1 0,9 0 0,10 12 0,12-1 0,13-12 0,16-17 0,13-11 0,0-18 0,-11-18 0,2-15 0,0-10 0,-2-5 0,-2 0 0,-5 1 0,-2-3 0,-2-3 0,-1-2 0,-2-1 0,-1 2-301,-2 0 0,-2 0 0,0-2 0,-3 2 0,-3-1 0,-3 3 301,-1-17 0,-5-1 0,-3 6 0,-3 11 0,-2 9 0,-2 10 0,-2 0 0,-1 73 0,5 6 0,3 10 0,1 2 0,2-4 0,2 0 0,0 3 0,-1-2 0,1 2 0,1 0 0,5-4 0,9 5 0,5-4 0,4-8 0,15-1 0,5-20 0,-1-36 0,-4-18 0,-6-22 0,-13-10 0,-16 16 0,-5-3 0,-6 5 903,-5-8 0,-7 20-903,-20 53 0,13 11 0,3 12 0,6-2 0,1 7 0,2 4 0,3 0 0,3 1 0,3 1 0,3 0 0,1 0-133,1-2 0,1 0 0,3-2 0,5-4 133,10 7 0,5-5 0,8-19 0,15-25 0,9-21 0,-4-11 0,-17-8 0,-4-11 0,-2-5 0,0 1 0,2 4 0,0-1 0,-2-1 0,-6-4-247,-4-9 1,-6-5-1,-5 0 1,-3 7 246,-6 8 0,-5 4 0,0 3 0,-2-5 0,-2 6 0,-4-14 505,1 34-505,19 67 0,-2-9 0,1 5 0,0 5 0,-1 4 0,0 1-180,-1 0 0,0 0 0,-3 0 180,-2 0 0,-2 0 0,-3-2 0,-5 16 0,-7-5 492,-4-15 1,-5-6-493,-2-10 0,-4-8 0,-21-15 0,17-47 0,28 2 0,11-7 0,6 6 0,7-2 0,3-1-283,6-1 1,3-1 0,2 3 282,5 1 0,2 2 0,0 3 0,-2 6 0,0 2 0,0 5 272,9-3 0,-1 9-272,-9 11 0,-4 10 0,13 38 0,-30-7 0,-7 6 0,-2 9 0,-3 1 0,-1-3 0,0-1 435,-2-8 1,2-3-436,9 10 0,35-51 0,-3-36 0,-11 4 0,0-5 0,-11-1 0,-3-2 0,-4 8 0,-2 2 0,5-8 0,-10 47 0,-5 44 0,-4-8 0,0 3 0,0 6 0,0 0 0,1-5 0,0-2 0,1 21 0,13-55 0,9-55 0,-4-3 0,1-8 0,-6 14 0,0-2 0,0 0 0,0 0 0,1 0 0,-2 1 0,6-14 0,-1 4 0,-4 13 0,-1 4 0,8-13 0,-7 28 0,-2 15 0,0 8 0,0 4 0,-1 3 0,-2 2 0,-4-2 0,-3-3 0</inkml:trace>
  <inkml:trace contextRef="#ctx0" brushRef="#br0" timeOffset="122234">10528 10173 24575,'58'-7'0,"1"1"0,-8-8 0,2-4 0,0 3 0,3-1 0,-5-6 0,-7-11 0,-5-6 0,-5 2 0,0 2 0,-6-1 0,-3-11 0,-17 6 0,-57 15 0,6 30 0,9 7 0,3 7 0,2 33 0,22 10 0,45-29 0,15-6 0,-10-10 0,5-4 0,3-5 0,6-4 0,-2-9 0,-4-11 0,0-8 0,-6-1 0,1 0 0,-4-2 0,3-12 0,-10 3 0,-20 14 0,-38 74 0,11-7 0,2 6 0,-4 6 0,7 0 0,11-7 0,11-14 0,38-33 0,-18-31 0,-4-15 0,-9 2 0,-3-5 0,-2-3-405,-5 3 0,-3-4 1,0 0-1,-2-1 405,-1-1 0,-1-1 0,-1 0 0,-3 0 0,-2-6 0,-2-2 0,-1 2 0,-1 6 0,-2-14 0,-3 9 0,-2 16 0,0 19 0,4 50 0,2 20 0,4-1 0,1 6 0,1 1 0,1 9 0,1 3 0,4 2 0,2-5 0,3 3 0,1-1 0,3-3 0,-1-10 0,2-3 0,0-2 0,1 0 0,6 10 0,0-2 0,1-8 323,6-7 1,-3-12 0,-10-17 0,-8-6 0</inkml:trace>
  <inkml:trace contextRef="#ctx0" brushRef="#br0" timeOffset="123068">10001 8947 24575,'0'0'0</inkml:trace>
  <inkml:trace contextRef="#ctx0" brushRef="#br0" timeOffset="123983">12870 8873 24575,'-11'39'0,"3"-6"0,-1 6 0,-2 17 0,-1 6-686,4-8 1,-1 2-1,2 1 686,0 0 0,1 0 0,0 0 0,2-2 0,0 0 0,2-2 220,0-7 1,1-1 0,1-3-221,2 7 0,4-5 339,16 10-339,36-40 0,-8-30 0,-1-2 0,-30 4 0</inkml:trace>
  <inkml:trace contextRef="#ctx0" brushRef="#br0" timeOffset="124535">12314 9201 24575,'58'0'0,"0"0"0,-8 0 0,3 0 0,3 0 0,-6 0 0,3 0 0,0 0 0,-2 0 0,4 0 0,-1 0 0,-6 0 0,-2 0 0,-10 0 0,-19 0 0,-9 0 0</inkml:trace>
  <inkml:trace contextRef="#ctx0" brushRef="#br0" timeOffset="128267">13323 9300 24575,'-4'62'0,"2"-3"0,2-22 0,-1 2 0,1 8 0,0-2 0,0 12 0,0 1 0,0-55 0,-2-30 0,0-21 0,1-15 0,8 26 0,5 1 0,6 4 0,8 4 0,26-4 0,7 5 0,-6 8 0,-1 4 0,0 2 0,-4 4 0,2 4 0,-75 25 0,-11 10 0,3-4 0,-2 4 0,5 2 0,2 3 0,2 1 0,4 4 0,4 12 0,5 1 0,5-17 0,4 0 0,5 5 0,7-6 0,25-12 0,16-34 0,-16-24 0,-3-11 0,-5 2 0,-3-1 0,-3-6 0,-1 5 0,9 8 0,17 64 0,-15-10 0,2-6 0,30-28 0,-21-18 0,-29 0 0,-7-1 0,-7 1 0,-4 31 0,-4 48 0,1 33 0,4-20 0,1 8 0,-1 3 0,0-2 0,1-13 0,-1-1 0,0 1 0,0 0 0,1 1-250,0 5 1,0 3 0,0 0 0,1-4 0,-2-5 249,-1 0 0,0-6 0,-2-4 0,-3 5 0,-4-9 0,-11-7 0,-2-15 0,-16-45 0,42-21 0,21-13 0,5 18 0,11-4 0,5-3 0,3 0 0,-3 3-524,-5 4 0,0 1 0,0 0 0,2 1 0,2-1 524,1 3 0,2-1 0,3 0 0,-2 1 0,-2 2 0,-5 4 359,8-11 0,-6 5 0,-7 4-359,-7 6 0,-12 6 0,-21 7 0,-16 32 0,-8 13 0,-4 3 0,2 6 0,2 14 0,7 2 1394,12-16 1,8-3-1395,17 2 0,11-6 0,17-17 0,8-9 0,9-5 0,2-4 0,4-4 0,-2-5 0,-8-2 0,-3-3 0,-9-2 0,-4 0 0,14-15 0,-25 11 0,-16 11 0,-8 10 0,-5 5 0,-1 4 0,-2 2 0,-8 8 0,-6 11 0,-3 11 0,2 6 0,13-5 0,37-12 0,10-23 0,9-8 0,-1-5 0,4-4 0,1-3-387,-4 0 1,2-3-1,0-2 1,-1-1 386,-1-2 0,0-1 0,-1-1 0,-1-1 0,7-9 0,-2-1 0,-5-1 0,-9 5 0,-3-1 0,-5 0 0,0-8 0,-7 0 0,-7 8 0,-5 2 0,-6-8 0,-7 21 0,-2 14 1546,-2 17-1546,1 20 0,4 23 0,3-15 0,0 2 0,1 1 0,0 1 0,0-4 0,0-2 0,0 18 0,2-24 0,-1-19 0,-10-20 0,-23-15 0,4 7 0,-3 0 0,-5 0 0,-1 1 0,2 3 0,2 3 0,-7-3 0,45 5 0,43-1 0,-9 4 0,5 0 0,4 0 0,-1 1 0,-5 0 0,-3 2 0,18 12 0,-26 18 0,-19 21 0,-13 12 0,-5-5 0,0-11 0,2-18 0,5-13 0,10-15 0,12-14 0,9-10 0,-1-5 0,-6 7 0,-12 11 0,-3 7 0,-1 4 0,-1 4 0,2 12 0,-3 12 0,-3 9 0,-3-1 0,-1-12 0,0-20 0,0-20 0,3-12 0,3-3 0,4 7 0,4 12 0,3 9 0,2 9 0,3 10 0,2 6 0,5 2 0,12-7 0,15-15 0,-21-8 0,1-5 0,2-5 0,0-4 0,-4 0 0,-2-1 0,15-12 0,-24 20 0,-42 41 0,-13 11 0,-10 9 0,12-12 0,-2 3 0,-3 2 0,1 1-509,-6 6 0,-1 2 1,0 1-1,1 0 509,-1 0 0,1 0 0,1 0 0,1-2 0,5-6 0,2-1 0,1-1 0,2-3 0,-13 17 0,5-8 0,11-16 0,5-7 0,3-2 0,11-19 0</inkml:trace>
  <inkml:trace contextRef="#ctx0" brushRef="#br1" timeOffset="149201">4461 12948 24575,'7'-4'0,"0"-4"0,5-2 0,-4 1 0,2-3 0,-5 6 0,1-2 0,0 0 0,1-1 0,0-1 0,1-4 0,-2 3 0,5-6 0,-2 0 0,1 2 0,0-1 0,-1 2 0,1 0 0,2-3 0,2-5 0,1-5 0,1-6 0,1 5 0,-4 5 0,-3 11 0,-3 2 0,-1 1 0,1-1 0,1-1 0,0 0 0,2 0 0,4-12 0,-1 6 0,7-16 0,-7 12 0,4-5 0,-4 6 0,-1 0 0,-1 0 0,6-9 0,3-1 0,5-8 0,-4 10 0,-1 3 0,-5 8 0,1 0 0,7-9 0,-7 7 0,4-6 0,-9 10 0,-2 4 0,-3 4 0,-2 2 0,1-2 0,2-2 0,4-6 0,6-6 0,24-16 0,-9 9 0,12-5 0,-18 15 0,-13 7 0,2 0 0,14-12 0,17-13 0,-16 13 0,1-1 0,19-15 0,-14 11 0,-14 12 0,-1 1 0,3-1 0,6-5 0,2-2 0,8-3 0,4 0 0,-1 2 0,-2 2 0,-5 4 0,-5 4 0,-7 4 0,4-1 0,-8 3 0,4-2 0,-6 4 0,-2 0 0,9-5 0,-8 4 0,4-2 0,-9 5 0,0 2 0,-1 1 0,0 1 0,1 0 0,3-1 0,1-1 0,1 0 0,-2 0 0,-3-2 0,5-3 0,6-7 0,7-4 0,4-2 0,-4 3 0,-1 2 0,-10 8 0,5 1 0,-2 4 0,10 0 0,-5 1 0,-1 1 0,-12 0 0,-1 0 0,5 0 0,-4 0 0,4 0 0,-1 0 0,-4 0 0,2 0 0,-5 1 0,1 2 0,-1 2 0,0 1 0,-2 2 0,-2 0 0,0 1 0,-1 0 0,0-1 0,2 1 0,-2-2 0,0 0 0,-2 0 0,0-1 0,0 0 0,0 2 0,0 2 0,2 1 0,-1-1 0,2 0 0,-2-1 0,-2-1 0,0-1 0,-2 0 0,0 2 0,0 1 0,0 1 0,0 2 0,0 1 0,0 3 0,1 7 0,2 5 0,2 3 0,2 0 0,0-2 0,1 7 0,0 6 0,1 1 0,1 3 0,0-7 0,0-4 0,-1-5 0,-1-6 0,-1-6 0,0-2 0,5 5 0,-3-7 0,3 5 0,-6-11 0,-3-1 0,-2-2 0,0 7 0,3 24 0,1-1 0,5 21 0,-1-9 0,0 2 0,1-1 0,-3-5 0,4 13 0,-4-18 0,4 13 0,-1-16 0,2 0 0,2-1 0,0-3 0,0 0 0,1-1 0,1 1 0,2 2 0,1-3 0,-1-3 0,5 4 0,-6-10 0,2 7 0,-5-6 0,1 6 0,13 24 0,-12-22 0,2 1 0,0 3 0,1 1 0,0-2 0,0-2 0,11 19 0,1-1 0,-10-15 0,1 1 0,-7-7 0,1 0 0,3 7 0,-1 3 0,-2 4 0,-4 1 0,-2-1 0,-1 2 0,3 6 0,1 0 0,-4-8 0,-1-2 0,9 16 0,3-9 0,-2-10 0,1-1 0,10 14 0,-7-11 0,7 11 0,-9-12 0,-2-1 0,-2 0 0,-8-13 0,-1-1 0,-5-7 0,9 8 0,15 11 0,18 8 0,-16-19 0,3-1 0,4 0 0,0 1 0,-1-2 0,1 0 0,-3-2 0,-1 0 0,22 14 0,-4 1 0,-18-13 0,0 2 0,-13-13 0,-1 1 0,-1-1 0,-2-2 0,-2-2 0,1-2 0,-1-1 0,4-1 0,5 2 0,7 0 0,4 0 0,1-2 0,-1-3 0,3-1 0,25-12 0,-26 1 0,1-3 0,11-7 0,0-2 0,-9 1 0,-2 0 0,-1 0 0,-2 0 0,12-10 0,-4 3 0,5-6 0,-8 3 0,6-15 0,-22 21 0,-1-2 0,2-5 0,-1-1 0,-4 5 0,-1 1 0,13-24 0,-7-5 0,-10 20 0,0-1 0,0-1 0,0-1 0,1-3 0,0 1 0,4-3 0,1 0 0,4-4 0,1-1 0,-1 1 0,0 0 0,1 1 0,-1 1 0,-6 14 0,-1 1 0,0 0 0,2 0 0,6-8 0,2-2 0,-1 0 0,-1 0 0,2 1 0,-2 0 0,-3 3 0,-2 3 0,5-14 0,-2 3 0,-3 7 0,0 6 0,12-11 0,-2 7 0,-8 11 0,1 0 0,19-23 0,-17 20 0,2-1 0,2-4 0,1-1 0,1-3 0,0-2 0,0 0 0,-1 0 0,-2 1 0,-2 1 0,-4 3 0,-1 2 0,12-22 0,-10 11 0,-4 6 0,-2 3 0,0 0 0,-1-3 0,2 2 0,2 6 0,-3 0 0,7-6 0,-6 10 0,3-4 0,4-4 0,4-5 0,2-1 0,8-8 0,2-3 0,1 0 0,-7 10 0,0-1 0,1 1 0,0 1 0,0 1 0,-1 1 0,1 2 0,-1 1 0,6-2 0,1 2 0,-3 4 0,3 0 0,0 3 0,5-2 0,-3 4 0,-1 1 0,1 0 0,-16 12 0,-4 7 0,25-1 0,2 3 0,15 3 0,-3-1 0,-20 2 0,-6 0 0,-4 7 0,1 14 0,6 17 0,-8 2 0,-4 5 0,-8-9 0,2 1 0,-2 4 0,1 5 0,-4 3 0,-2 2 0,-3 1 0,-2-3 0,5 13 0,-2-18 0,5 13 0,-6-15 0,2 8 0,-2-7 0,0 1 0,-2-11 0,0 0 0,3 9 0,0-2 0,4 7 0,2-6 0,0 1 0,3 10 0,-10-21 0,1 0 0,-1 4 0,0-1 0,1 0 0,0-1 0,10 20 0,-2-16 0,-3-13 0,-2-11 0,-4-5 0,-4 6 0,6 10 0,17 21 0,-4-14 0,2 2 0,6 5 0,4 3 0,-2-2 0,2 4 0,-2-2 0,4 3 0,-1 0 0,-6-8 0,0 1 0,-3-4 0,-3-6 0,-2-2 0,16 18 0,-2 3 0,-8-1 0,-13-15 0,0 1 0,-1 0 0,-1 1 0,0 6 0,0 1 0,0 2 0,0 1 0,-3 2 0,-1 1 0,0-2 0,0-1 0,-3-9 0,0-2 0,10 24 0,3 2 0,-8-23 0,1 2 0,2 8 0,1 1 0,2 0 0,0-1 0,-5-10 0,-1-2 0,11 21 0,-10-23 0,0-4 0,2 2 0,-7-9 0,0 1 0,-6-11 0,0 2 0,3 3 0,3 5 0,0 6 0,6 6 0,-2-6 0,17 15 0,-8-15 0,12 9 0,-10-11 0,-1-3 0,-2-3 0,-4-3 0,0-3 0,-4-3 0,-4-2 0,-5-1 0,1 0 0,11-3 0,12 3 0,31 9 0,-10-1 0,12 8 0,-21-7 0,-1-4 0,12-3 0,-11-5 0,11-2 0,-15-5 0,1-9 0,0-9 0,-2-10 0,-4-2 0,-6-1 0,-3 2 0,-1 1 0,1-5 0,3-6 0,-3 2 0,3-4 0,0 0 0,2 0 0,-4 6 0,2 0 0,-1 2 0,4-6 0,-1 4 0,0 4 0,-2 1 0,9-19 0,-16 24 0,-1-2 0,0-1 0,-1-1 0,1 0 0,-2 0 0,0 2 0,-1 1 0,12-22 0,-10 24 0,0-1 0,15-26 0,-15 27 0,0 0 0,9-29 0,-8 4 0,-1-7 0,-6 11 0,1-4 0,1-4 0,1 0 0,-3 5 0,0 3 0,-2 7 0,1 5 0,10-5 0,-2 16 0,2-3 0,10-13 0,4-6 0,-1 1 0,2-4 0,0 0 0,-3 2 0,-1 1 0,0 1 0,-3 3 0,0 1 0,-3 3 0,2-4 0,-3 6 0,6-7 0,11 0 0,-3 2 0,9 3 0,6 2 0,-21 15 0,0-1 0,-2 3 0,0 1 0,-1-2 0,-5 3 0,-6 4 0,-8 7 0</inkml:trace>
  <inkml:trace contextRef="#ctx0" brushRef="#br1" timeOffset="153118">5231 11989 24575,'7'-24'0,"18"-19"0,-2 6 0,6-7 0,2 0 0,2-4 0,1 0 0,0-1 0,2-1 0,-1-1 0,-2 4 0,-5 7 0,-2 3 0,-4 6 0,5-5 0,-15 20 0,-7 10 0</inkml:trace>
  <inkml:trace contextRef="#ctx0" brushRef="#br1" timeOffset="153851">5940 11251 24575,'28'-28'0,"-1"-1"0,17-15 0,-3 3 0,-22 26 0,-14 16 0,-21 24 0,-7 9 0,5-7 0,1 1 0,-2 0 0,5-1 0</inkml:trace>
  <inkml:trace contextRef="#ctx0" brushRef="#br1" timeOffset="154417">6495 10937 8191,'44'-37'0,"-14"13"0,-7 5 0,-17 15 0</inkml:trace>
  <inkml:trace contextRef="#ctx0" brushRef="#br1" timeOffset="155001">6704 10956 24575,'0'33'0,"0"-15"0,4 5 0,-3-19 0,3-6 0</inkml:trace>
  <inkml:trace contextRef="#ctx0" brushRef="#br1" timeOffset="155833">6808 11979 12887,'1'6'0,"13"-8"4627,13-4-4627,7-5 2031,-3 1-2031,-13 22 0,-12-9 0,-4 14 0</inkml:trace>
  <inkml:trace contextRef="#ctx0" brushRef="#br1" timeOffset="157067">7382 14074 24575,'40'-24'0,"-14"4"0,2-4 0,3-4 0,1-2 0,-2-1 0,-2 1 0,9-13 0,-20 29 0,-12 8 0,-5 12 0</inkml:trace>
  <inkml:trace contextRef="#ctx0" brushRef="#br1" timeOffset="157784">7610 14423 24575,'7'-2'0,"9"-8"0,10-13 0,9-8 0,0 0 0,-12 18 0,-20 27 0,-23 31 0,5-13 0,-4 2 0</inkml:trace>
  <inkml:trace contextRef="#ctx0" brushRef="#br1" timeOffset="158235">7950 14562 24575,'9'6'0,"-4"6"0,-1 10 0,-4-1 0,4-6 0,11-8 0,14-9 0,-9 0 0,3-3 0</inkml:trace>
  <inkml:trace contextRef="#ctx0" brushRef="#br1" timeOffset="158434">8160 14718 24575,'1'29'0,"6"-7"0,9-20 0,9-8-2126,5-4 0,-11 2 0,-5 0 1</inkml:trace>
  <inkml:trace contextRef="#ctx0" brushRef="#br1" timeOffset="159533">9200 13905 24575,'0'17'0,"0"27"0,-1-5 0,-2 4 0,0 8 0,-2 3 0,0 3 0,0-1 0,0-8 0,1-5 0,-1 15 0,4-30 0,1-40 0,6-48 0,-1 7 0,0-2 0,-1 19 0,1 2 0,-1-3 0,1 0 0</inkml:trace>
  <inkml:trace contextRef="#ctx0" brushRef="#br1" timeOffset="159951">9396 13444 24575,'0'40'0,"0"0"0,0-6 0,0-1 0,0 31 0,0-32 0,1-29 0,10-36 0,4-12 0,1-4 0,2-2 0,-5 13 0,1 0 0</inkml:trace>
  <inkml:trace contextRef="#ctx0" brushRef="#br1" timeOffset="160201">9562 12936 24575,'0'36'0,"0"-1"0,3 21 0,11-63 0,17-44 0,-11 22 0,6-22 0</inkml:trace>
  <inkml:trace contextRef="#ctx0" brushRef="#br1" timeOffset="160418">9692 12561 24575,'0'32'0,"0"-20"0,0 14 0</inkml:trace>
  <inkml:trace contextRef="#ctx0" brushRef="#br1" timeOffset="162366">11399 11208 24575,'54'-15'0,"0"-3"0,11-5 0,-18 8 0,5-2 0,4-1 0,2 0-857,-11 3 0,2 0 1,2-1-1,2 1 1,4-1-1,4-1 857,-9 4 0,3 0 0,4-1 0,3 0 0,1 0 0,2 0 0,0 0 0,0-1 0,-1 2 0,-1-1 0,-2 1-410,0-1 1,-2 1-1,-1 0 1,0 0 0,-1 0-1,1 1 1,3-1-1,1-1 1,4 1 0,3-1 409,-16 4 0,1-1 0,2 0 0,3 0 0,0 0 0,3-1 0,0 0 0,2 1 0,0-1 0,1 0 0,0 0 0,1 0 0,0 0 0,0 1 0,-1-1 0,0 1 0,-1-1 0,0 1 0,-2 1 0,-1-1-140,3 0 1,-1 1-1,0-1 1,-1 1 0,0 0-1,1-1 1,-1 1-1,-1 0 1,1 1 0,0-1-1,-1 0 1,1 1-1,-1-1 1,1 0 0,-1 1-1,1-1 1,-1 1-1,1 0 140,-1-1 0,1 1 0,-1-1 0,1 1 0,0-1 0,0 1 0,-1 0 0,1-1 0,0 1 0,-1 0 0,0 0 0,1 0 0,-2 0 0,1 1 0,-1-1 0,0 1 0,0 0 0,-1 1-123,6-2 1,1 1-1,-1 0 1,0 0 0,0 0-1,-1 1 1,0 0 0,0-1-1,0 2 1,-2-1 0,0 0-1,0 1 1,-1 0 0,-1 1-1,-1-1 123,10 0 0,-1 1 0,-2 0 0,0 0 0,-2 1 0,1 0 0,-2 0 0,1 1 0,0-2 0,-1 1 0,1 0 0,-1-1 0,0 0 0,0 1 0,0-1 0,0 0 0,-1 0 0,0 0 0,0 0 0,0 0 0,-1 1 0,-1-1 0,2 0 0,0 0 0,-1 0 0,1 0 0,-2 0 0,0 0 0,0 0 0,-2 0 0,-1 0 0,-1-1 0,12-1 0,-1-1 0,-1 1 0,-2-1 0,-2 0 0,-5 0 0,-4 1 0,4-2 0,-5 0 0,-5 0 0,-4 1 536,10-3 1,-6 1-537,-6 1 0,-9 0 2844,-22 3-2844,-11-2 1339,-10-7 1,4 8 0,-2-4-1</inkml:trace>
  <inkml:trace contextRef="#ctx0" brushRef="#br1" timeOffset="163400">21002 9287 24575,'0'49'0,"0"1"0,0 11 0,0 2 0,0-16 0,0 2 0,0 0 0,0 1 0,0 0 0,0-2 0,0 18 0,0-6 0,0-14 0,0-7 0,0-8 0,3-57 0,2-30 0,1-2 0,-2 7 0,0-1 0,0-4-355,0 7 0,0-5 1,1-1-1,0 0 1,-1 5 354,1-15 0,0 4 0,-1 5 0,1-7 0,0 8 214,-1 19 0,2 6-214,5 9 0,4 25 0,7 17 0,23 11 0,-3-10 672,-9-17 1,0-10-673,2-27 0,-4-8 0,-6 12 0,-1 0 0,6-19 0,-5 19 0,-14 54 0,-4 17 0,1 2 0,-2 7 0,-4 6 0,-1 7 0,-1 1 0,2-14 0,-1 1 0,1-1 0,-1-3 0,1 1 0,-1-4 0,1 0 0,1 1 0,1 0 0,-1-8 0,3 6 0,-3-28 0,-2-20 0,-1-18 0,0 7 0,0-3 0</inkml:trace>
  <inkml:trace contextRef="#ctx0" brushRef="#br1" timeOffset="164351">22398 9123 24575,'-24'0'0,"-25"1"0,-5 12 0,-5 8 0,13 4 0,1 4 0,-5-1 0,7 3 0,13 27 0,62-20 0,-2-8 0,3 3 0,-2 2 0,-1 2 0,7 9 0,-7 4 0,-16 4 0,-10-3 0,-5-16 0,-9-4 0,-29 6 0,-12-11 0,8-21 0,-4-9 0,-9-7 0,-6-6 0,8-2 0,10 1 0,5-3 0,-8-7 0,13-2 0,33 5 0,1 13 0,14 3 0</inkml:trace>
  <inkml:trace contextRef="#ctx0" brushRef="#br1" timeOffset="166317">22768 9046 24575,'0'26'0,"0"30"0,-2-12 0,0 7 0,-1 3 0,-1 4 0,1-2 0,-1 6 0,1-2 0,-2 8 0,1-10 0,3-26 0,1-58 0,-1-16 0,-5-17 0,0 12 0,-1-8 0,-1 6 0,0 9 0,-1 2 0,-4-12 0,2 0 0,8 15 0,5 1 0,5-2 0,7 1 0,24-14 0,10 3 0,-2 12 0,1 3 0,4 0 0,-2 5 0,-15 11 0,-6 10 0,-12 15 0,-10 9 0,-12 8 0,1 26 0,-1 6 0,6-19 0,1 4 0,0 5 0,-3 0 0,-2 0 0,-6-2 0,-5 0 0,-7-3 0,-5-5 0,-4-4 0,-4-8 0,-2-4 0,2-5 0,1-3 0,-21 1 0,15-10 0,14-5 0,9-1 0,11 0 0,26-3 0,32-10 0,-12 2 0,3-3 0,1-3 0,2-3 0,-3 1 0,4-2 0,-3 1 0,0-3 0,-7 4 0,-14 7 0</inkml:trace>
  <inkml:trace contextRef="#ctx0" brushRef="#br1" timeOffset="166951">22559 9833 24575,'37'0'0,"12"0"0,6 0 0,-11 0 0,1 0 0,-1 0 0,3 0 0,-4 0 0,-6 0 0,-4 0 0,18 0 0,-26 0 0,-14 0 0</inkml:trace>
  <inkml:trace contextRef="#ctx0" brushRef="#br1" timeOffset="167882">21195 10666 24575,'0'28'0,"0"22"0,0-12 0,0 2 0,0 7 0,0 1 0,0 0 0,0-1 0,0-8 0,0-2 0,0 14 0,0-26 0,0-17 0</inkml:trace>
  <inkml:trace contextRef="#ctx0" brushRef="#br1" timeOffset="168551">20802 10633 24575,'50'0'0,"-1"0"0,8-1 0,5 0 0,-6 0 0,7 0 0,1 1 0,-6-1 0,-5 0 0,-4 0 0,0 0 0,1 0 0,0 0 0,-12 0 0,-11 1 0,-19 0 0,-11 0 0</inkml:trace>
  <inkml:trace contextRef="#ctx0" brushRef="#br1" timeOffset="169250">21040 11271 24575,'36'0'0,"0"0"0,20 0 0,10 0 0,-3 0 0,-12 0 0,-2 0 0,4 0 0,9 0 0,7 0 0,-2 0 0,-9 0 0,-3 0 0,-6 0 0,2 0 0,-10 0 0,-26 0 0,-13 0 0</inkml:trace>
  <inkml:trace contextRef="#ctx0" brushRef="#br1" timeOffset="170133">22767 10496 24575,'-34'1'0,"-1"1"0,-5 7 0,-2 4 0,0-1 0,-3 2 0,2 3 0,-12 11 0,5 6 0,11 0 0,6 2 0,12-1 0,7 1 0,3 0 0,10 0 0,28 16 0,15 1 0,-10-16 0,3 0 0,1-1 0,2 2 0,1-2 0,0 0 0,-3-3 0,0 0 0,-7-3 0,-7-2 0,-7-1 0,-6 15 0,-46-10 0,-5-19 0,-10-5 0,-7-2 0,-8-1 0,2-3 0,6-2 0,2-1 0,1 0 0,4 1 0,1 1 0,7-3 0,-19-6 0</inkml:trace>
  <inkml:trace contextRef="#ctx0" brushRef="#br1" timeOffset="172450">22662 9334 24575,'0'11'0,"0"18"0,0 18 0,0 18 0,0-25 0,0 2 0,0-4 0,0 1 0,0 0 0,0-2 0,0 26 0,0-15 0,0-17 0,0-13 0,0-7 0,0-3 0,0 11 0,0-4 0,0 8 0,0-9 0,0 5 0,0 3 0,0 5 0,0 1 0,5-6 0,30-21 0,12-10 0,-5 1 0,3-4 0,3 0 0,6-4 0,-1 1 0,-2-2 0,0 0 0,-4 2 0,-2 2 0,-4 1 0,4-1 0,-10 2 0,-24 9 0,-8 0 0</inkml:trace>
  <inkml:trace contextRef="#ctx0" brushRef="#br1" timeOffset="173533">23215 10597 24575,'0'55'0,"0"0"0,0-9 0,0 2 0,0 1 0,0 5 0,0 3 0,0-2 0,0-3 0,0 0 0,0-5 0,0-4 0,0-6 0,0 17 0,0-21 0,1-15 0,30-17 0,23-18 0,-12 3 0,6-2 0,-4-1 0,4-1 0,-5 0 0,1 1 0,-2 1 0,7-1 0,-8 1 0,-18 5 0,-14 8 0,-6-1 0</inkml:trace>
  <inkml:trace contextRef="#ctx0" brushRef="#br1" timeOffset="174401">23170 11005 24575,'54'-2'0,"-1"0"0,0 0 0,5-5 0,3-1 0,2-1 0,-1 0 0,-3 3 0,0 0 0,-1-1 0,1 0 0,3-3 0,2-1 0,-4 0 0,-10 1 0,-9 0 0,-8 2 0,7-2 0,-26 6 0,-11 3 0,-4 1 0</inkml:trace>
  <inkml:trace contextRef="#ctx0" brushRef="#br1" timeOffset="175233">23029 10677 24575,'25'0'0,"32"0"0,-9 0 0,5 0 0,-9 0 0,3 0 0,0 0 0,2 0 0,0 0 0,0 0 0,-4 0 0,-1 0 0,-1 0 0,11 0 0,-3 0 0,-14 0 0,-4 0 0,4 0 0,-21 0 0</inkml:trace>
  <inkml:trace contextRef="#ctx0" brushRef="#br1" timeOffset="180934">20209 13052 24575,'0'24'0,"0"22"0,0-8 0,0 4 0,0 12 0,0 6 0,0 1 0,0 5 0,0-2 0,0-13 0,0-2 0,0 4 0,0 3 0,0 5 0,1-1 0,-1-7 0,2 5 0,-1-5 0,0 11 0,0-5 0,1 0 0,-2-25 0,0-6 0,0-19 0,0-1 0,0 0 0,0 2 0,0 1 0,0 4 0,0-8 0,0 0 0</inkml:trace>
  <inkml:trace contextRef="#ctx0" brushRef="#br1" timeOffset="181783">20194 14541 24575,'0'38'0,"0"16"0,0 4 0,0 5 0,0-18 0,0-1 0,0 10 0,0-6 0,0-13 0,0-31 0,0-24 0,0 5 0,0-7 0</inkml:trace>
  <inkml:trace contextRef="#ctx0" brushRef="#br1" timeOffset="182451">20485 14756 24575,'-8'47'0,"0"0"0,1-10 0,2-2 0,2 1 0,9-3 0,22-10 0,8-7 0,23 1 0,-8-14 0,1-12 0,-9-24 0,-9-11 0,-14 12 0,-7-2 0,-2-15 0,-16 4 0,-37 19 0,-13 9-1131,15 6 0,-1 4 1,-10 2-1,6 3 0,7 2 1</inkml:trace>
  <inkml:trace contextRef="#ctx0" brushRef="#br1" timeOffset="184467">21531 14453 24575,'-41'15'0,"14"14"0,3 7 0,5-8 0,3 3 0,-4 18 0,5 1 0,11 8 0,11-19 0,15-39 0,-3-29 0,0-21 0,-2 1 0,3-9 0,-2-4-125,-6 16 0,0-5 0,-1 1 0,-4 4 125,1-16 0,-9 10 0,-22-2 0,8 79 0,-1 20 0,4-4 0,0 4 0,5 3 0,7 10 0,6 3 0,4-4 0,7 10 0,9-14 0,10-27 0,4-16 0,19-29 500,-15-26-500,-22 10 0,-2-1 0,2-5 0,3 1 0,-14 62 0,7 23 0,11-8 0,10-6 0,16-19 0,4-20 0,-15-17 0,-2-14 0,-2-1 0,-2 2 0,-3-1 0,-7-4 0,-5-15 0,-8-6 0,-5 11 0,-8-8 0,-4 61 0,0 65 0,2-12 0,2 4 0,2-13 0,2 0 0,2 0 0,8 16 0,5-4 0,3-12 0,5-7 0,0-10 0,1-8 0,23-16 0,-11-34 0,-13-17 0,-11-7 0,-7 25 0,11 47 0,6 17 0,-2-4 0,5-2 0,3-8 0,2-7 0,3-10 0,-2-15 0,-7-26 0,-6-19 0,-3 1 0,-5 11 0,-3 1 0,-2-4 0,-2-4 0,-1-5 0,-3 0 0,-2 7 0,-4-10 0,-5 9 0,-10-9 0,-9 94 0,15 3 0,3 10 0,0 3 0,2 5 0,2 0-157,4-1 1,2 0 0,2-1 156,2-4 0,1-2 0,3-3 0,6 7 0,4-7 0,1-15 0,2-7 0,15-8 0,-8-28 0,-9-12 0,-9 1 469,-4 10-469,-1 17 0,3 20 0,8 23 0,5 3 0,2 2 0,-7-15 0,-1 0 0,4 4 0,-2-5 0,-7-15 0</inkml:trace>
  <inkml:trace contextRef="#ctx0" brushRef="#br1" timeOffset="191800">15883 11474 24575,'-10'17'0,"-5"12"0,-5 18 0,8-15 0,0 3 0,-2 6 0,1 2 0,-1 4 0,0 4 0,2-5 0,0 4 0,-1-3 0,-3 8 0,0-2 0,-2 9 0,1-6 0,-5-2 0,7-23 0,8-19 0,3-18 0,2 4 0,2-9 0</inkml:trace>
  <inkml:trace contextRef="#ctx0" brushRef="#br1" timeOffset="192650">15233 12246 24575,'0'44'0,"0"12"0,0-19 0,0 4 0,0 1 0,0 4 0,0 17 0,0 0 0,0-19 0,0 1 0,-1 12 0,-1-5 0,-2-12 0,-2-20 0,2-16 0,1-12 0</inkml:trace>
  <inkml:trace contextRef="#ctx0" brushRef="#br1" timeOffset="193250">14961 13051 24575,'0'55'0,"0"-19"0,0 4 0,1 12 0,-2 6 0,-5 0 0,-1 6 0,-1-3 0,5-17 0,-1-1 0,0 0 0,-4 11 0,-2 1 0,2-9 0,1-1 0,4-17 0</inkml:trace>
  <inkml:trace contextRef="#ctx0" brushRef="#br1" timeOffset="196283">15981 12158 24575,'16'-31'0,"8"1"0,11-9 0,3-4 0,0 2 0,-1 1 0,1 0 0,1-1 0,3-3-532,-2 3 1,3-3-1,1-2 1,3 0-1,0-1 1,2 1 531,-6 7 0,2 0 0,1-1 0,2 0 0,-1 0 0,0 2 0,-1 0 0,-2 3-511,3-3 0,-1 1 1,-1 3-1,0-1 1,1 1-1,2-2 511,1 0 0,2-1 0,2-1 0,0 0 0,-1 2 0,-1 2 0,-3 4 0,11-4 0,-2 4 0,-2 3 0,1 1 332,-5 4 0,-1 0 0,1 3 0,2 0-332,8 0 0,2 2 0,0 2 0,-4 1 0,-3 1 0,-4 2 0,1 1 0,7 0 0,-1 0 0,-6 2 0,-12 2 0,-7 2 0,-1 1 0,-12 1 0</inkml:trace>
  <inkml:trace contextRef="#ctx0" brushRef="#br1" timeOffset="197250">19045 10266 24575,'0'27'0,"0"31"0,0-12 0,0 5 0,0 8 0,0 2 0,0 2 0,0-1 0,0-7 0,0-4 0,0-11 0,0-4 0,0 12 0,0-29 0,0-15 0,0-20 0,0 9 0,0-9 0</inkml:trace>
  <inkml:trace contextRef="#ctx0" brushRef="#br1" timeOffset="198201">18688 10407 24575,'59'-7'0,"0"0"0,-3-2 0,2-3 0,-2 2 0,4-2 0,-1-2 0,-3-2 0,-1-2 0,-4 2 0,-1 1 0,-4 1 0,-1-2 0,-7 3 0,-17 9 0,35 0 0,-6-2 0,0 2 0,0 1 0,2-3 0,-5 1 0,-38 0-1696,-5-3 0,-4 2 0,0 2 0</inkml:trace>
  <inkml:trace contextRef="#ctx0" brushRef="#br1" timeOffset="200099">19421 10719 24575,'0'22'0,"0"13"0,0 13 0,0 9 0,0-10 0,0-19 0,-2-51 0,1-9 0,0-4 0,3-1 0,3-2 0,5-5 0,8 4 0,5 16 0,8 6 0,21-3 0,5 6 0,-9 4 0,-1 4 0,1-2 0,-5 3 0,3 5 0,-37 3 0,-12 13 0,-11 22 0,2-8 0,-1 4 0,-3 8 0,1 4 0,1 12 0,1-2 0,4-18 0,1-2 0,0 29 0,27-81 0,-4-10 0,12-19 0,-12 17 0,5 14 0,5 17 0,20 8 0,13 2 0,-10-7 0,0-2 0,-11-3 0,-3-1 0,26-2 0,-61 8 0,-23 15 0,-10 6 0,7-2 0,5 0 0,11 14 0,61-61 0,-17-2 0,3-7 0,-1-4 0,0-5 0,-2-4 0,-3-1 0,-3 0 0,-4-1 0,-3-1 0,-3-1 0,-4 0 0,-4 4 0,-1-1 0,-7 20 0,-10 40 0,3 17 0,1 11 0,0 1 0,-1 4 0,4 1 0,5-3 0,3 1 0,0-5 0,3 2 0,1-4 0,0-1 0,1-7 0,2-15 0</inkml:trace>
  <inkml:trace contextRef="#ctx0" brushRef="#br1" timeOffset="201117">19040 11631 24575,'0'-7'0,"0"15"0,0 30 0,0 3 0,0 9 0,0-1 0,0 7 0,0 2 0,0-2 0,0 4 0,0-8 0,0-11 0,0-6 0,0 13 0,0-65 0,6-28 0,4-16 0,-2 17 0,3-5 0,0-1 0,2-2-523,1-6 0,2-3 1,1-1-1,2 2 523,1-1 0,2 0 0,1 2 0,1 2 0,-2 8 0,1 2 0,0 2 0,1 4 0,3-1 0,0 4 0,1 4 0,7-6 0,-1 17 0,14 55 0,-43 11 0,-11 8 0,-2 1 0,-6 0 0,-15 8 0,-8-7 1045,0-25 1,-3-8-1046,-1-3 0,-2-6 0,2-3 0,0-4 0,6-1 0,3-2 0,-11-6 0,26 0 0,12 0 0,8 1 0</inkml:trace>
  <inkml:trace contextRef="#ctx0" brushRef="#br1" timeOffset="201783">19892 11489 24575,'0'44'0,"0"0"0,0 0 0,0 1 0,0-1 0,0-1 0,0 21 0,0-2 0,0-6 0,0-3 0,0-14 0,0-4 0,0 6 0,0-29 0,0-12 0,0-4 0</inkml:trace>
  <inkml:trace contextRef="#ctx0" brushRef="#br1" timeOffset="202333">20320 11739 24575,'0'26'0,"0"20"0,0-11 0,0 2 0,0 5 0,0 1 0,0-3 0,0-3 0,0 12 0,0-26 0,0-18 0,0-9 0</inkml:trace>
  <inkml:trace contextRef="#ctx0" brushRef="#br1" timeOffset="203067">20226 11705 24575,'43'0'0,"13"0"0,-18 0 0,3 0 0,1-1 0,0 2 0,-2 2 0,-1 4 0,-4 1 0,-5 8 0,-3 20 0,-9 10 0,-11 11 0,-9 3 0,-6-1 0,-9-2 0,-9-1 0,-8-9 0,-3-22 0,-5-9 0,-10-3 0,-2-6 0,15-7 0,1-2 0,2 3 0,6-3 0,7-8 0</inkml:trace>
  <inkml:trace contextRef="#ctx0" brushRef="#br0" timeOffset="212816">4560 14483 24575,'0'44'0,"0"20"0,0-20 0,0 2 0,0 5 0,0 0 0,0 1 0,0 2 0,0 1 0,0 5 0,0 0 0,0 0 0,0 2 0,0 3 0,0-16 0,0 4 0,0 1 0,0 0 0,0-1 0,0 10 0,0-1 0,0-1 0,0-2 0,0 7 0,0-3 0,0 1 0,0-12 0,1 1 0,-1-1 0,-1-3 0,-1 1 0,0-3 0,0 0 0,0 0 0,0 0 0,0 0 0,-2 3 0,0-1 0,1-2 0,0 5 0,0-1 0,2-7 0,0 3 0,0 0 0,0 0 0,2 1 0,-1-2 0,0 14 0,0 0 0,0 3 0,0 0 0,0-18 0,0 0 0,0 1 0,0 4 0,0 1 0,0 2 0,-1-4 0,1 3 0,-1-1 0,0-1 0,0 4 0,-1-1 0,0 0 0,-2 10 0,-1 2 0,-1-7 0,-1-6 0,-1-3 0,-2 14 0,-2-2 0,2-18 0,-1-3 0,0-1 0,0-1 0,1-5 0,0-2 0,-11 18 0,4-25 0,0-11 0,8-12 0,3-4 0</inkml:trace>
  <inkml:trace contextRef="#ctx0" brushRef="#br0" timeOffset="216370">3731 17100 24575,'36'0'0,"0"0"0,16 0 0,6 0 0,-10 0 0,3 0 0,1 0-810,10 0 0,2 0 1,1 0 809,-16 0 0,0 0 0,1 0 0,3 0 0,1 1 0,4-1 0,1 1 0,-1 1 0,-2 0 0,0 1 0,-2 0 0,-1 0 0,3 1-276,-1-1 0,3 1 1,1 0-1,-2 0 1,-3 1 275,0 0 0,-4 2 0,0-1 0,1 1 0,2-1 0,0 0 0,1 0 0,1-1 0,2 1 0,2-1 0,-1 0 0,1 0 0,1 0 0,1-1 0,0 0 0,0 0 0,1 0 0,-1 0 0,1 0 0,0 0-248,-1-1 1,1 1 0,0-1 0,0 1 247,-2 0 0,1 1 0,-1-1 0,1 0 0,0 0 0,0 0 0,1-1 0,0 1 0,1-1 0,0 1 0,1-1 0,0 0 0,-11-1 0,-1 0 0,1-1 0,1 1 0,-1-1 0,2 1 0,0-1 0,0 0 0,1 1 0,-1-1 0,1 1 0,1-1 0,-1 1 0,1 0 0,0 1 0,0-1 0,-1 0 0,1 1 0,2 0 0,3 0 0,-3 1 0,3 0 0,2 1 0,1-1 0,0 1 0,-2 0 0,-2-1 0,-2 0 0,-2 0 0,-1-1 0,0 1 0,2-1 0,2 1 0,-5 0 0,2-1 0,1 1 0,2 0 0,-1 0 0,1 0 0,0-1 0,0 0 0,0 0 0,-1-1 0,1 0 0,0-1 0,1 1 0,-1-1 0,1 1 0,0 0 0,3 1 0,-1-1 0,1 1 0,0 0 0,1 0 0,1 0 0,1 0 0,1-1-406,-11 1 1,2-1 0,1 0 0,2 1 0,-1-1 0,1 0 0,-1 1 0,0-1 0,-1 0 0,-1 1 0,-2-1 405,9 1 0,-2 0 0,-3 0 0,1 0 0,-1 0 0,2 1 0,1-1 0,4 1 0,-10-1 0,2 0 0,3 0 0,0 1 0,2-1 0,0 1 0,0 0 0,0-1 0,-1 1 0,-2-1 0,-1 1 0,-2-1-121,3 1 0,-2-1 1,-1 0-1,-2 0 1,-1 1-1,1-1 1,2 0-1,1 1 1,3-1 120,-4 1 0,2-1 0,1 1 0,2 0 0,1-1 0,0 1 0,1 0 0,0 0 0,0 0 0,-1 0 0,0 0 0,-1 0-7,-2 0 1,1 0 0,-1 0 0,0 0-1,0 0 1,0 1 0,-1-1 0,1 0-1,-1 0 1,1 1 0,-1-1 0,0 1 6,3-1 0,0 2 0,0-1 0,0 0 0,-1 0 0,0 1 0,1-1 0,0 0 0,0 1 0,0-1 0,2-1 0,-3 1 0,2-1 0,0 0 0,1 0 0,0 0 0,1 0 0,-1 0 0,-1-1 0,0 1 0,-2 0 0,0 0 0,-3-1 0,9 2 0,-2-1 0,-1 1 0,-1-1 0,-1 1 0,-1-1 0,-1 0 0,-1-1 0,0 0 102,6 0 1,-1 0 0,0-1 0,-2 0 0,-2-1 0,-1 0 0,-1-1-103,7-2 0,-3 0 0,-1-2 0,-1 0 0,3 0 0,-7 0 0,1-1 0,0 0 0,1 0 0,2-1 0,0 1 363,0-1 1,0 0 0,1 0 0,1 0-1,1 0 1,2 0 0,0-1-364,-5 2 0,0-1 0,2 0 0,0 0 0,1 0 0,1 0 0,0 0 0,0 0 0,0 1 21,-5 0 0,0 0 0,1 1 0,1-1 0,-1 1 0,0-1 0,1 1 0,-1-1 0,1 1 0,-1-1-21,0 0 0,-1 1 0,1-1 0,-1 0 0,0 0 0,1 0 0,0 0 0,0 1 0,2-1 0,0 0 0,-5 1 0,2-1 0,0 1 0,2 0 0,0 0 0,0-1 0,0 1 0,-1 0 0,-1 0 0,-2 0 0,-1 0 0,-2 0 0,9 0 0,-4 0 0,-1-1 0,-2 1 0,0 0 0,1 0 0,1 0 0,4 0 0,-6 0 0,2 0 0,2 0 0,1 0 0,1 0 0,0 0 0,-1 0 0,0 0 0,-2 1 0,-2-1 0,-3 1 0,11 0 0,-3 0 0,-2 0 0,-1 0 0,-1 0 0,1 1 0,0-1 0,1 0 0,-1-1 0,0 1 0,1-1 0,-1 1 0,2 0 0,0 0 0,-4 1 0,2 0 0,1 1 0,0 0 0,0-1 0,-1 1 0,-2 1 0,-1-1 0,6 0 0,-2 0 0,-2 1 0,0-1 0,-1 1 0,1 0 0,-2 0 0,0 0 0,-1 0 0,0 1 0,1-1 0,1 2 0,-3 0 0,3 0 0,0 0 0,-1 1 0,-1 0 0,-2 0 0,-5 0 301,6 1 1,-6 0 0,-1 0 0,6 2-302,-2-1 0,5 1 0,2 1 0,0 0 0,-3-1 0,-6 0 0,15 1 0,-6 0 0,1 1 164,-4-1 0,1 0 0,1 1 0,-3 0-164,10 2 0,-3 0 0,-3-1 0,-13-1 0,-2 0 0,1 0 0,2 1 0,1 0 0,-2-1 1002,14 1 1,-5-3-1003,8 0 560,-23-3 0,-5 0 0,-15-3 0,-12 0 0</inkml:trace>
  <inkml:trace contextRef="#ctx0" brushRef="#br0" timeOffset="226551">4366 17303 24575,'0'-23'0,"1"-27"0,6-10 0,3-6 0,0 6 0,1-2-374,1 6 1,0-3 0,2 4 373,4-6 0,1 2 0,-3 7 0,2-2 0,-2 4 0,3-3 0,0 1 122,-5 10 0,1-1 1,-1 2-123,5-12 0,-2 4 92,-3 9 1,2-3-93,5-12 0,2-9 0,0 6 0,0-1 0,0 2 0,-1 4 0,0-3 0,2 2 0,-3 5 0,1 1 0,-1 4 0,3-5 0,1 1 189,-3 8 0,1 0 1,0 4-190,3 2 0,0 4 0,1 3 0,0 3 0,1 4 0,1 2 0,28-11 0,-25 15 0,0 1 0,1 0 0,1 0 0,14-5 0,0 0 0,-12 6 0,-1 1 0,8-3 0,0 3 0,-6 7 0,-2 10 0,3 25 0,-4 15 0,-6 0 0,-2 6 0,-3 3 0,-1 5 0,-3 1 0,-2 4-381,-5-9 1,-2 4 0,0-1 0,-1-3 380,2 6 0,-1-3 0,1 0 0,1 2 0,0 1 0,4 3 0,-2-13 0,2 4 0,1 2 0,0-2 0,0-2 0,0-1 0,0-1 0,0-1 0,2 2 0,-1 0 0,3 4 0,0 0 0,-1-2 0,0-4 0,4 10 0,0-5 0,-1 0 0,0-2 0,0-1 0,0 3 0,1-1 0,0 4 0,0-1 0,-1-3 0,0 0 0,-2-3 0,1 2 0,-2-4 0,2 2 0,0 0 0,-3-6 0,7 13 0,-1-6 0,-3-6 0,1-1 0,0-3 0,0-2 0,-2-5 0,0-1 0,-1-5 0,1-1 0,16 15 760,-11-20 1,0 0-761,13 10 0,-12-11 0,0 0 0,14 11 0,1 0 0,-10-15 0,2-1 0,23 7 0,-18-12 0,3-2 0,8-5 0,2-3 0,-7-2 0,1-3 0,15-4 0,0-5 0,-9-4 0,-2-5 0,2-2 0,-1-3 0,2-4 0,1-1 0,1-2 0,0-1 0,-2-3 0,0-3-245,-15 11 1,-1-3 0,-2-1 244,1-4 0,-2-2 0,-1-2 0,2-8 0,-2-3 0,0-3-577,-7 7 1,-1-3 0,-1-1-1,-1-3 577,-3 5 0,-1-2 0,0-2 0,-1 0 0,-1-1 0,1-5 0,-1-1 0,-1 0 0,0-1 0,-1 1 0,-1 1 0,0-1 0,-1 0 0,0 1 0,0 2 0,-2 3 0,1 1 0,-1 1 0,0 1 0,0 1 0,2-4 0,0 2 0,0 2 0,2 2-117,2-5 0,2 2 1,2 4 116,-1 5 0,1 3 0,0 1 0,10-9 0,1 4 0,-2 6 0,2 3 0,0 2 0,2 2 317,2 1 0,2 1-317,2 1 0,1 1 1171,2 0 1,1 1-1172,0 2 0,1 1 206,-1 2 0,0 2-206,-1 1 0,1 3 0,-2 1 0,0 4 0,-1 1 0,-1 4 0,-1 5 0,-3 7 0,-2 8 0,-4 6 0,-3 11 0,-5 6 0,-4 10 0,-4 4 0,-4 4 0,-2 2 0,-3-2 0,-2 0 0,-2-5 0,0-2 0,-1-7 0,-2-3 0,0 17 0,9-2 0,4-24 0,4 1 0,10 9 0,4 4 0,-1-5 0,2 3 0,3 5 0,-1-1 0,3 5 0,3 3 0,-1 0 0,-2-3-596,0 1 0,-1-2 0,0 0 1,0 3 595,-5-9 0,1 3 0,1 1 0,-1-1 0,-2-1 0,-2-3 0,0 3 0,-2-3 0,-1-2 0,-1 1-270,6 12 1,-1-1 0,-1 0 269,-2-4 0,1-1 0,-1-1 0,1-1 0,-1 0 0,1-2-104,-3-5 1,1-1 0,-1-2 103,11 15 0,1-1 0,-4-8 0,2 1 0,-1-3 0,2 3 0,0-1 0,-5-8 0,0 1 0,1-2 0,11 10 0,-1-3 1118,-10-9 0,1-2-1118,11 9 0,0-2 449,-12-14 0,0-2-449,0-2 0,3-1 183,20-3 1,2-6-184,-11-9 0,0-7 0,-2-2 0,3-5 0,-3-3 0,9-18 0,-4-6 0,-11 9 0,0-2 0,3-2 0,-3 3 0,4-2 0,1-2 0,1 0 0,-3 1 0,2-3 0,-1 0 0,0 0 0,3-3-223,1-1 1,2-1-1,2-2 1,-1-3-1,-1-1 223,-5 0 0,0-2 0,-1-2 0,-1-1 0,-1 1 0,-1 2-533,-1 0 1,-2 2 0,0 1 0,-1-1 0,1-3 532,0 1 0,1-3 0,0-1 0,-1 1 0,-2 2 0,-2 5 0,-1-1 0,-3 4 0,-1 1 0,2 2 0,10-13 0,2 3 0,0 4 0,-6 14 0,0 4 0,0 1 0,15-13 0,-1 7 0,-10 17 0,1 6 0,0 6 0,1 4 480,8 4 0,2 4-480,4 5 0,2 10 0,-14 4 0,5 9 0,0 4 0,-1 1 0,-5-3 0,4 5 0,-5-1 0,3 8 0,-5-5 0,4 6 0,2 4 0,-1 2 0,-1 1 0,-4-2 0,-6-5 0,-2 1 0,-2 0 0,-1 0 0,0-1 0,0-1 0,3 2 0,-1 0 0,-1-2 0,1 2 0,-1 1 0,0 0 0,0 2 0,0 2 0,-1-2 0,-2-5 0,-2-5 1407,8 16 0,-3-5-1407,-2-4 0,2 2 0,-6-6 0,-6-13 0,-2-2 0,1 6 0,-3-3 0,-6 0 0,6-1 0,17 11 0,0-10 0,7 6 0,-1-1 0,8 8 0,1 1 0,-9-10 0,5 3 0,-2 0 0,-4-6 0,2 2 0,-3-3 0,3 2 0,1-4 0,17 1 0</inkml:trace>
  <inkml:trace contextRef="#ctx0" brushRef="#br0" timeOffset="226551">16803 19049 24575,'11'-4'0,"37"-15"0,1-2 0,-3 1 0,6-5 0,-2 1 0,3-3-479,1 0 0,3-2 0,1-2 0,-4 0 479,-8 2 0,-2 0 0,-1-2 0,0-1 0,2-4 0,0-2 0,0-1 0,-2-2 0,1-3 0,0-2 0,-2-1 0,0-2 0,-2 0 0,0-2 0,-1-1 0,-1 0 0,-1 1 0,-1 0 0,-1 0 0,0 1 0,-3 3 0,0 0 0,0 0 0,2 0 0,-2 4 0,3 0 0,-1 0 0,1 0 0,-3 4 0,10-12 0,-2 3 0,2-1-264,-4 5 1,3-1-1,-1 0 1,-4 3 263,-2 3 0,-3 2 0,-1 1 0,-1-2 0,0 1 0,0-3 0,4-8 0,2-2 0,-3 3 0,3-1 0,0 2 0,-6 9 0,1 0 0,-1 6 0,0 8 0,0 7 1807,29-5-1807,-1 11 1163,-3 7-1163,4 11 0,-26 1 0,0 9 0,5 18 0,2 12 0,-1 1 0,-4-3 0,-2 0 0,1 5-446,-5-6 0,0 3 1,0 3-1,0 0 0,-2-2 446,3 7 0,-2-1 0,-1 0 0,1 2 0,-4-10 0,-1 1 0,0 0 0,1 0 0,-1 0 0,5 12 0,0 0 0,-1-1 0,0 0 0,-2-5 0,-1 0 0,0-1 0,-1-1-232,-2-5 0,-1 0 0,0-2 0,-1-1 232,3 8 0,-2-2 0,0-1-9,-2-7 1,-2-1-1,0-2 9,6 16 0,-1-2 0,-4-8 0,0-2 0,-2-8 0,0-2 2112,8 16-2112,-4-20 1040,-7-13-1040,-4-10 7,-8-35 1,1 20 0,-4-23 0</inkml:trace>
  <inkml:trace contextRef="#ctx0" brushRef="#br2" timeOffset="243085">4358 17119 24575,'0'-24'0,"1"-6"0,8-31 0,1 4 0,-1 21 0,2-2 0,0-2 0,0 1 0,8-15 0,-1-8 0,-5 31 0,-1 3 0,0-1 0,3-3 0,2-5 0,1-5 0,7-15 0,-5 15 0,1-7 0,-2 10 0,-7 10 0,4-9 0,-4 3 0,-1 8 0,3-6 0,2-3 0,-3 5 0,6-11 0,-5 12 0,0 1 0,3-12 0,4-5 0,-2-1 0,1 1 0,-4 14 0,0 0 0,-1 4 0,1 0 0,-4 4 0,6-8 0,1-2 0,0 4 0,-1 2 0,-5 11 0,0 1 0,-2 3 0,3-3 0,10-5 0,2-2 0,9-6 0,-5 5 0,-5 3 0,0 0 0,-9 7 0,2-2 0,9-7 0,-8 4 0,12-10 0,-11 9 0,-2 0 0,0 3 0,-3 2 0,0 2 0,-1 3 0,-1 0 0,-1 4 0,0-1 0,2 1 0,0 0 0,0 0 0,1 1 0,-2 1 0,10 2 0,-5 0 0,10 2 0,-8 0 0,1 0 0,11 1 0,-6 4 0,9 3 0,-7 4 0,0 3 0,-3 2 0,-1 1 0,-4 0 0,-5 0 0,3 13 0,-6-5 0,4 11 0,-4-9 0,2-1 0,-1 0 0,1-3 0,0-2 0,2 0 0,1 2 0,2 2 0,-1 4 0,-2 2 0,0 3 0,-2 1 0,-1 0 0,-2 0 0,1-1 0,-2 3 0,-1 0 0,-2 3 0,-3-2 0,0-4 0,-1-4 0,2-4 0,2 1 0,1 0 0,0 3 0,1 2 0,-2 3 0,3 4 0,0 6 0,1 3 0,1 1 0,0 3 0,1-2 0,-2 1 0,-1 1 0,-1 2 0,-1 6 0,1 2 0,1-1 0,1-6 0,-1-10 0,-2-8 0,0-6 0,-2-1 0,0 0 0,-1-1 0,1 0 0,0-4 0,-1-5 0,-1-3 0,-1-4 0,0 0 0,3 3 0,2 6 0,3 7 0,1 4 0,2 2 0,5 1 0,6 0 0,7 3 0,7 6 0,-17-21 0,0 1 0,1 0 0,0-1 0,19 22 0,-5-9 0,-8-7 0,-7-9 0,-7-5 0,-3 5 0,4 12 0,9 15 0,-9-21 0,1 1 0,19 25 0,-4-8 0,-2-7 0,-1-2 0,-1-4 0,-3-4 0,-3-7 0,-5-5 0,0 2 0,-4-3 0,5 6 0,-2-2 0,13 14 0,6 3 0,3-2 0,13 3 0,-18-19 0,-4-3 0,1 0 0,17 6 0,10-3 0,-5-7 0,10-10 0,-17-8 0,1-3 0,-2 0 0,-1-3 0,4-4 0,-3-1 0,5-13 0,-15 0 0,10-6 0,-11 9 0,2-1 0,-1 0 0,1 0 0,-1 2 0,-2 0 0,10-13 0,3-1 0,-13 13 0,3 0 0,3-3 0,0-2 0,3-1 0,-2 0 0,-11 9 0,-4 1 0,8-15 0,-19 2 0,-10 3 0,4-14 0,4 15 0,3-3 0,3-8 0,4-5 0,-1 1 0,4-10 0,1 0 0,-4 8 0,0-3 0,-2 5 0,-3 1 0,-1 6 0,5-16 0,2-5 0,-5 14 0,1-6 0,0-2 0,-5 20 0,1 0 0,3-17 0,-4 21 0,-1 0 0,3-15 0,0-4 0,-2-3 0,-5 2 0,-5 9 0,-2 11 0,-1 13 0,0 4 0,0-1 0,2-7 0,4-8 0,1-3 0,0 3 0,-1 5 0,1 4 0,4-2 0,9-8 0,8-11 0,6-13 0,-16 26 0,1 0 0,-3 1 0,0 0 0,16-22 0,-5 10 0,-2 6 0,-3 6 0,-4 6 0,-3 6 0,-1 4 0,4 1 0,2 0 0,7 0 0,5-2 0,4 2 0,5 0 0,-1 3 0,0 2 0,-2 1 0,-8 1 0,-7 1 0,-6 0 0,-2-1 0,4-1 0,5-2 0,5 1 0,1 3 0,-3 1 0,-3 5 0,-3 6 0,-2 9 0,2 8 0,1 7 0,3 2 0,-1 6 0,-2 5 0,-2 7 0,-2 7 0,-1 1 0,-1-4 0,-4-6 0,-3-7 0,-4-3 0,-3 3 0,-1-1 0,-1 3 0,0-2 0,0-8 0,0 0 0,0 2 0,1 4 0,3 7 0,4-1 0,4-1 0,5 2 0,3 1 0,5 1 0,5-2 0,7 2 0,-16-25 0,1 1 0,2 2 0,1-1 0,2 3 0,-1-1 0,1 0 0,0 0 0,-2 0 0,-1 0 0,-1-1 0,-1 0 0,-1-1 0,-2-1 0,13 25 0,-6-9 0,-6-8 0,-6-9 0,-6-9 0,-5-6 0,-3-5 0,-1 7 0,8 16 0,14 19 0,-5-15 0,3 3 0,7 10 0,2 1 0,5 6 0,1 1 0,-12-17 0,1 1 0,0 1 0,11 17 0,-2-1 0,-2-7 0,-2-2 0,-3-5 0,-2-3 0,-1-5 0,-2-2 0,13 16 0,-8-11 0,-4-7 0,-1-1 0,0-1 0,0 0 0,2-2 0,3 3 0,5 4 0,4 6 0,5 5 0,1 2 0,-4-1 0,-5-7 0,-7-8 0,-5-6 0,-4-7 0,-5-5 0,0-4 0,4-5 0,8-2 0,14-3 0,10-8 0,5-8 0,-3-8 0,-7-2 0,-9 2 0,-8 3 0,-8 6 0,-7 5 0,-2 3 0,1-1 0,7-6 0,10-4 0,16-11 0,9-2 0,2-1 0,-23 17 0,0 0 0,23-14 0,-3 2 0,-1-1 0,-10 3 0,-4 2 0,-4 0 0,-8 6 0,-8 3 0,-8 0 0,-2 1 0,14-10 0,21-11 0,-7 12 0,3-2 0,8-4 0,1-2 0,0-2 0,0-1 0,-3-1 0,-2-1 0,-6 2 0,-2-1 0,-6 2 0,-2 0 0,-4 4 0,-2 1 0,11-23 0,-7 10 0,-4 7 0,-1 6 0,0 2 0,3-2 0,3 0 0,1-2 0,1 0 0,-2 0 0,-2 1 0,-3 5 0,-3 5 0,-4 6 0,0-2 0,0-6 0,2-13 0,1-9 0,-1-4 0,-2 8 0,-2 8 0,-3 12 0,-1 8 0,3 1 0,3 0 0,0-1 0,0-2 0,-2 3 0,-1 1 0,1-2 0,5-5 0,5-8 0,4-7 0,1-2 0,-4 6 0,-4 7 0,-5 8 0,-5 6 0,-3 4 0,1-1 0,4-3 0,5-3 0,1-3 0,5 0 0,3 2 0,5 0 0,5 1 0,3 2 0,1 1 0,1 4 0,-3 3 0,-5 1 0,-8 0 0,-8-2 0,-6-1 0,-4-2 0,-2-3 0,0 3 0,0 2 0</inkml:trace>
  <inkml:trace contextRef="#ctx0" brushRef="#br2" timeOffset="246000">6138 15614 24575,'0'30'0,"0"1"0,0 5 0,0-3 0,0-4 0,0-6 0,0-4 0,0-3 0,0-1 0,0-1 0,0-2 0,0-1 0,0-2 0,0-3 0,0-1 0,0 2 0,-2 3 0,-2 6 0,-3 6 0,-2 1 0,1-1 0,1-4 0,-2 1 0,-5 9 0,-7 18 0,7-15 0,1 3 0,0 2 0,1 1 0,1-3 0,2-2 0,-1 12 0,6-30 0,7-31 0,5-18 0,6-4 0,2 10 0,-4 16 0,-2 15 0,-6 0 0,-3 4 0</inkml:trace>
  <inkml:trace contextRef="#ctx0" brushRef="#br2" timeOffset="246884">6204 15943 24575,'6'19'0,"-2"22"0,-3-4 0,-1 3 0,0 3 0,-2-1 0,1-3 0,0-4 0,0 11 0,4-22 0,-1-5 0,2 13 0,-5 6 0,-3 3-1696,-2 16 0,0 5 0,1-46 0</inkml:trace>
  <inkml:trace contextRef="#ctx0" brushRef="#br2" timeOffset="248501">6823 17847 24575,'0'37'0,"0"19"0,0-18 0,0 2 0,0 2 0,0-3 0,0 17 0,1-25 0,4-31 0,14-29 0,12-18 0,-13 20 0,1 0 0,16-20 0,-13 24 0,-13 28 0,-12 25 0,-7 9 0,1 16 0,-2-15 0,2-3 0,5-10 0,10-22 0,13-13 0,7-5 0,8 9 0,-18 67 0,-12-30 0,-4 3 0,-6 25 0,-3 2 0,2-18 0,-1-4 0,-2 12 0,7-24 0</inkml:trace>
  <inkml:trace contextRef="#ctx0" brushRef="#br2" timeOffset="249469">8998 16420 24575,'-7'12'0,"0"8"0,4 4 0,1 1 0,2-3 0,0-14 0,0 4 0</inkml:trace>
  <inkml:trace contextRef="#ctx0" brushRef="#br2" timeOffset="255000">13959 16741 24575,'14'-3'0,"16"1"0,19 2 0,14-2 0,-29 0 0,0 0 0,-1 0 0,0 0 0,1-1 0,-1 2 0,31-1 0,-4 2 0,-5 7 0,-5 10 0,-2 11 0,-4 15 0,-5 3 0,-4 6 0,-4-2 0,0 1 0,-2 1 0,1 3 0,-15-26 0,0 2 0,1 1 0,-1 1 0,0 2 0,1 1 0,0 1 0,0 1 0,2 1 0,-1 0 0,2 2 0,-1 0 0,2 1 0,0-1 0,-1 1 0,1-1 0,-2-1 0,1-1 0,-1-2 0,1-2 0,-1-3 0,0 0 0,0-2 0,0 0 0,1-1 0,-1 0 0,1-1 0,-1 1 0,1 0 0,0 0 0,-1 0 0,1 1 0,-1 0 0,0 0 0,0 0 0,-1 0 0,0 0 0,0 0 0,-1-1 0,-1-1 0,17 28 0,-2-4 0,-6-8 0,-4-10 0,-5-9 0,-4-5 0,-4-6 0,-3-2 0,4 3 0,23 18 0,-6-10 0,5 1 0,9 6 0,4 1 0,-8-8 0,3 0 0,0 0 0,2 1 0,2-1 0,0-1-213,3 2 1,-22-12 106</inkml:trace>
  <inkml:trace contextRef="#ctx0" brushRef="#br2" timeOffset="255000">17351 19049 24575,'29'-24'0,"4"-4"0,0-3 0,0-1 0,-1-4 0,-2-1 0,-3 1 0,-2 0 0,-1 2 0,-1 0 0,-2 3 0,-1 2 0,17-21 0,-2 4 0,-3 1 0,0-2 0,-1-4 0,2-2 0,2 3 0,1 0 0,2 4 0,2 3 0,-1 0 0,1-2 0,-8 7 0,0-2 0,-3 2 0,2-2 0,-4 2 0,1-7 0,-4 2 0,-3 4 0,-3 1 0,9-21 0,-9 16 0,-4 11 0,2-2 0,8-5 0,4-2 0,0-1 0,3-3 0,3 0-412,-2 5 0,3 0 1,0 0-1,1-1 412,1-1 0,1 0 0,-1 0 0,1 1 0,0 1 0,0-1 0,0 2 0,0 0 0,6-6 0,0 2 0,-2 1-10,-7 9 1,-1 2 0,-2 1 9,10-8 0,-2 3 0,-8 8 0,-3 1 0,19-18 0,-7 5 0,-7 4 1644,-5 3-1644,-6 9 31,-6 7-31,-7 5 0,-4 6 0,2-2 0,22-1 0,3 3 0,21 0 0,-5 18 0,2 17 0,-24-5 0,-2 4 0,0 8 0,-1 5 0,-2 1 0,-1 4 0,-1-1 0,5 9 0,-1 1 0,-5-9 0,1 1 0,1 1 0,1 1 0,0-1 0,-1-2 0,5 12 0,0 1-202,-4-8 1,0 3 0,-2-1 201,-5-12 0,-2 0 0,-1-1 0,0 2 0,-1 0 0,0-1 0,4 20 0,0 0 0,-1-6 0,0-1 0,-1-3 0,0-2 0,-1-5 0,1-1 0,-1-2 0,-1-1 0,0-2 0,0-1 0,-1-3 0,0-1 604,7 25-604,-3-15 0,-5-15 0,-4-13 0,-3-8 0,-2-18 0,-3-22 0,2 10 0,-3-7 0</inkml:trace>
  <inkml:trace contextRef="#ctx0" brushRef="#br2" timeOffset="264150">15313 15819 24575,'0'37'0,"0"0"0,1 4 0,0 2 0,0 7 0,0 1 0,1 1 0,-1-1 0,0-5 0,0-3 0,-1-5 0,0-4 0,0 13 0,0-19 0,0-29 0,0-40 0,0-5 0,0-9 0,0 9 0,0-6 0,0-2 0,0 2 0,-1-9 0,1 0 0,2 1 0,3-1 0,3 1 0,6 10 0,9 11 0,5 18 0,3 36 0,-3 16 0,-6 8 0,-11 5 0,-13 0 0,-13-2 0,-12-2 0,-10-9 0,-4-14 0,-2-7 0,4-1 0,3-1 0,-17 2 0,79 7 0,2-4 0,6 0 0,6 3 0,6 2 0,2 2 0,1 3 0,3 3 0,0 1 0,-3-3 0,2 2 0,-3-3 0,1 2 0,-4-1 0,2 1 0,-1-2 0,-4-6 0,8-3 0,-12-15 0,-18-59 0,-37 4 0,-15 6 0,-11 5 0,2 23 0,-2 7 0,7 0 0,2 11 0,3 21 0,11 12 0,21 19 0,17 5 0,7-10 0,9 1 0,2-3 0,1 0 0,2-3 0,4-5 0,6-7 0,3-6 0,-4-9 0,-1-11 0,-5-11 0,-8-8 0,-6-8 0,-6-9 0,-7-6 0,-5-7 0,-4 0 0,-5 3 0,-3 2 0,-1 8 0,-2 3 0,-4-6 0,16 54 0,18 26 0,6 10 0,-6-3 0,1 3 0,-2-7 0,3 2 0,-5-3 0,-5-2 0,-6-3 0,-3 18 0,-46-23 0,7-24 0,-20-30 0,36-23 0,32-18 0,2 29 0,7 1 0,7 4 0,3 4 0,4 3 0,1 5 0,-5 4 0,-1 4 0,22 8 0,-15 27 0,-22 10 0,-4 5 0,3 18 0,-9-18 0,-3-6 0,-3-15 0,-3-18 0,-4-9 0,2-1 0,-2 2 0</inkml:trace>
  <inkml:trace contextRef="#ctx0" brushRef="#br2" timeOffset="266016">17320 16196 24575,'-33'0'0,"-11"7"0,-8 20 0,25-5 0,4 6 0,0 28 0,7 4 0,6-17 0,4-1 0,3 15 0,15-10 0,27-31 0,9-18 0,-5-16 0,1-13 0,4-4 0,3-6 0,-6-6-395,-9-6 1,-6-5-1,-3-2 395,-1 0 0,-4-2 0,-4 0 0,-3-1 0,-3-1 0,-6 9 0,-4 3 0,-3 24 0,-3 68 0,0 4 0,3 9 0,3 3 0,4 5 0,4-6 0,8 1 0,6-7 0,3-11 0,5-5 592,1-8 0,1-6-592,26-8 0,-15-28 0,-11-23 0,-14-20 0,-15 33 0,-15 63 0,4 0 0,4 4 0,9 6 0,5-4 0,16 6 0,23-54 0,-12-25 0,-11 10 0,13 22 0,0 20 0,-8-2 0,4 1 0,6-5 0,2-5 0,7-2 0,2-8 0,2-10 0,-2-10 0,0-10 0,-6-15 0,-20 1 0,-3-8 0,-3-5 0,-3 3 0,-3 7 0,-4 1 0,0-1 0,-2-5 0,0-8 0,-1-7 0,-1-1 0,-2 2 0,-3 7-177,-3-1 1,-3 6 0,-1 0 176,1-6 0,-1 0 0,-3 12 0,-14-4 0,-4 39 0,-7 42 0,11 7 0,1 11 0,4-3 0,1 5 0,2 7 0,3-2 0,2 7 0,1 3 0,0 0 0,1-5-328,0-5 0,-1-2 1,2-1-1,2 3 328,1 0 0,1 4 0,1 0 0,3-4 0,4-10 0,10 8 0,8-11 247,8-10 0,5-7-247,5-11 0,2-9 0,-2-6 0,-1-7 0,2-12 0,-6-3 0,4-9 0,-8-6 0,-30 31 0</inkml:trace>
  <inkml:trace contextRef="#ctx0" brushRef="#br2" timeOffset="266984">15821 16956 24575,'6'0'0,"-3"5"0,0 60 0,-3-6 0,-1 7 0,1-8 0,0 3 0,0-1 0,0-4 0,0-1 0,0-4 0,0 11 0,0-28 0,0-55 0,0 5 0,0-40 0</inkml:trace>
  <inkml:trace contextRef="#ctx0" brushRef="#br2" timeOffset="267651">15498 17034 24575,'52'-21'0,"-1"1"0,0-1 0,1 1 0,-1-1 0,1 2 0,-3 0 0,1 1 0,3-1 0,2-1 0,3-2 0,2 0 0,-2 1 0,-3 3 0,-3 3 0,-1 3 0,-3 1 0,-5 1 0,9-2 0,-5 3 0,-6 3 0,-17 4 0,-44 8 0,-21 6 0,12-3 0,5 1 0</inkml:trace>
  <inkml:trace contextRef="#ctx0" brushRef="#br2" timeOffset="269402">16288 17283 24575,'-24'1'0,"4"7"0,2 16 0,10 17 0,5 13 0,5-3 0,14-16 0,16-17 0,16-14 0,-1-16 0,-14-13 0,-19-14 0,-21-8 0,-17 0 0,-9 6 0,2 8 0,15 6 0,31 4 0,33 4 0,-12 11 0,4 2 0,5 1 0,1 3 0,-4 5 0,-1 5 0,-6 6 0,-4 5 0,-7 9 0,-6 4 0,-3 7 0,-6 2 0,-2-2 0,-3 0 0,-2 22 0,-3-32 0,4-45 0,19-41 0,-2 15 0,3-2 0,5-3 0,3 3 0,-1 7 0,-1 4 0,14-8 0,-20 29 0,-13 28 0,-9 25 0,-7 18 0,-1 5 0,1-14 0,4-21 0,6-15 0,4-4 0,0 27 0,-4 5 0,-3 7 0,-3 0 0,-3 5 0,-1 3-446,-1-5 1,0 2 0,-2 1 0,0 1 445,-1 0 0,0 1 0,-1 0 0,1-2 0,-5 11 0,1-2 0,1-4 0,-1 9 0,4-10 0,8-4 0,29-73 0,-5-12 0,1-7 0,4-8 0,-1-2 0,0 3 0,-2 3 1781,8-9-1781,-9 34 0,-3 43 0,2 34 0,-8-22 0,2 1 0,1 1 0,2-4 0,-2-7 0,2-5 0,13 5 0,-10-22 0,-8-28 0,0-24 0,-4 12 0,0 0 0,3-13 0,1 12 0</inkml:trace>
  <inkml:trace contextRef="#ctx0" brushRef="#br2" timeOffset="270052">17341 17614 24575,'0'0'0</inkml:trace>
  <inkml:trace contextRef="#ctx0" brushRef="#br2" timeOffset="270853">17306 17247 24575,'33'47'0,"0"-6"0,7 4 0,-4-18 0,1-11 0,-6-15 0,-9-23 0,-8-20 0,-13-16 0,-11 0 0,-9 20 0,-4 18 0,4 30 0,9 27 0,26 19 0,8-21 0,9-4 0,10-2 0,7-6 0,11-4 0,3-7 0,-1-3 0,-2-5 0,-10-4 0,-5-5 0,-11-1 0,-4-3-1696,2-9 0,-21 5 0,-8 6 0</inkml:trace>
  <inkml:trace contextRef="#ctx0" brushRef="#br2" timeOffset="272284">21459 16223 24575,'-4'-5'0,"3"25"0,-1 37 0,2-7 0,0 6 0,0-13 0,0 2 0,0-1 0,0 2 0,0-1 0,0-1 0,0 13 0,0-4 0,0-15 0,0-6 0,0 1 0,0-57 0,2-19 0,1-11 0,1 6 0,1-4 0,0-2-344,1-7 0,1-2 0,0 0 344,0 5 0,0 0 0,1 4 0,1-8 0,0 8 0,-3 18 0,2 7 0,8 5 0,9 31 0,13 17 0,16 7 0,-20-15 0,3-2 516,2-4 0,1-6-516,-3-9 0,-2-7 0,-3-8 0,-4-6 0,-5-6 0,-5-4 0,-3 0 0,-4 1 0,6-17 0,-8 27 0,-6 42 0,-2 14 0,-1 8 0,0 19 0,0 7 0,0-13 0,0 3 0,0 0-273,0 4 0,0 1 0,0-1 273,1-5 0,1-1 0,-1-3 0,3 13 0,1-5 0,-1-15 0,2-6 0,3 0 0,-5-26 0,-2-34 0,-2-15 0,0 7 0,0 4 0</inkml:trace>
  <inkml:trace contextRef="#ctx0" brushRef="#br2" timeOffset="273151">23279 15919 24575,'-38'2'0,"6"4"0,-3 3 0,-10 4 0,-1 4 0,-2 4 0,2 3 0,9 2 0,6 3 0,-5 21 0,24-9 0,28-6 0,28-3 0,-13-13 0,2 1 0,4 4 0,0 2 0,-4 5 0,-4 2 0,-7 0 0,-4 2 0,-5-3 0,-3 0 0,-2 22 0,-19-19 0,-32-15 0,2-14 0,-5-4 0,-14-3 0,-4-4 0,17 0 0,0-1 0,0-1 0,1-2 0,2-1 0,3 0 0,3 0 0,4-1 0,-15-7 0</inkml:trace>
  <inkml:trace contextRef="#ctx0" brushRef="#br2" timeOffset="273752">23785 15875 24575,'-6'55'0,"-1"1"0,2-9 0,1 0 0,0 5 0,0-1 0,3-15 0,0-4 0,-1 12 0,1-25 0,1-31 0,0-18 0,0 7 0,0 0 0</inkml:trace>
  <inkml:trace contextRef="#ctx0" brushRef="#br2" timeOffset="274401">23640 16006 24575,'36'0'0,"-3"0"0,5 0 0,17 1 0,5-2 0,-13 0 0,1 0 0,1-1 0,0 0 0,1 0 0,-2-2 0,17-2 0,-4-2 0,-11 0 0,-5-1 0,17-5 0,-32 5 0,-23 7 0,-21 2 0,6 0 0,-5 0 0</inkml:trace>
  <inkml:trace contextRef="#ctx0" brushRef="#br2" timeOffset="275101">23644 16344 24575,'15'0'0,"25"0"0,-3 0 0,4 0 0,10 0 0,3 0 0,8 0 0,-1 0 0,-5 0 0,-3 0 0,-10 0 0,-4 0 0,18 0 0,-32 0 0,-15 0 0</inkml:trace>
  <inkml:trace contextRef="#ctx0" brushRef="#br2" timeOffset="275834">23371 16856 8191,'52'0'0,"0"0"0,0 0 0,0 0 0,-2 0 0,0 0 0,-1 0 0,2 0 1028,6 0 0,1 0 1,0 0-1,-4 0-1028,4 0 0,-2 0 0,-6 0 1462,5 0 1,-9 0-1463,0 0 1832,-58 0-1832,-43 0 0,14 0 0,-6 0 0</inkml:trace>
  <inkml:trace contextRef="#ctx0" brushRef="#br2" timeOffset="276835">22145 17837 24575,'-3'-4'0,"2"14"0,-1 27 0,2-2 0,0 5 0,0 15 0,0 4 0,0 5 0,0 2 0,0-22 0,0 0 0,0-2 0,0 16 0,0-4 0,0-13 0,0-4 0,-1 12 0,0-32 0,-1-25 0,1 2 0,0-6 0</inkml:trace>
  <inkml:trace contextRef="#ctx0" brushRef="#br2" timeOffset="277618">21721 18041 24575,'42'-3'0,"-2"1"0,6 1 0,-1 1 0,3 0 0,2 0-322,5 0 0,1 0 0,-1 0 322,-3 0 0,-1 0 0,-3 0 0,10 0 0,-6 0 317,11 0-317,-31 0 0,-21 0 0,-9 0 0</inkml:trace>
  <inkml:trace contextRef="#ctx0" brushRef="#br2" timeOffset="278668">21548 18745 24575,'35'0'0,"1"0"0,16 0 0,6 0 0,-7 0 0,4 0 0,1 0-568,8 0 0,1 0 1,0 0 567,-2 0 0,0 0 0,-2 0 0,-4 0 0,-3 0 0,-1 0 0,13 0 0,-5 0 275,-15 0 1,-6 0-276,14 0 282,-28-2-282,-18-2 0,-5 0 0,-4 1 0</inkml:trace>
  <inkml:trace contextRef="#ctx0" brushRef="#br2" timeOffset="279518">23333 18173 24575,'-34'0'0,"-1"0"0,-13 1 0,-4 2 0,9 1 0,-1 2 0,-1 1 0,-2 1 0,1 3 0,1 2 0,-13 9 0,7 6 0,13 3 0,9 4 0,11-2 0,11 2 0,17-1 0,11-1 0,15-1 0,10-3 0,-8-11 0,4-1 0,1-1 0,4 1 0,1-1 0,0 0 0,-3 0 0,-1 0 0,-1 1 0,10 7 0,-6 3 0,-10 0 0,-7 4 0,-11 1 0,-10 3 0,-16 1 0,-12 0 0,-16 2 0,-10-4 0,9-11 0,-3-4 0</inkml:trace>
  <inkml:trace contextRef="#ctx0" brushRef="#br2" timeOffset="280520">23809 18244 24575,'0'26'0,"0"27"0,0-11 0,0 5 0,0 8 0,0 0 0,0 0 0,0-1 0,0-6 0,0-2 0,0-11 0,0-2 0,0 15 0,0-18 0,5-16 0,24-13 0,3-6 0,6-4 0,12-4 0,3-3 0,-11 5 0,1-2 0,0 0 0,17-5 0,-3 0 0,-12 5 0,-5 2 0,15-3 0,-33 10 0,-23 3 0,-14 1 0,-10-4 0,1-13 0,9-13-1696,9-6 0,5 11 0,1 10 0</inkml:trace>
  <inkml:trace contextRef="#ctx0" brushRef="#br2" timeOffset="281089">23808 18450 24575,'29'0'0,"1"0"0,6 0 0,19 0 0,7 0 0,-15-1 0,2 0 0,0-1 0,0 0 0,1-1 0,-3 0 0,11-2 0,-6 0 0,3-4 0,-26 5 0</inkml:trace>
  <inkml:trace contextRef="#ctx0" brushRef="#br2" timeOffset="282072">23718 18023 24575,'21'0'0,"27"0"0,-4-5 0,13-4 0,4 0 0,-5 0 0,3 1 0,-3 1 0,5-1-519,-7 0 0,5-1 1,2-1-1,-3 1 1,-6 1 518,4 0 0,-5 0 0,-4 2 412,8 1 1,-6 1-413,14 0 0,-39 4 0,-14 0 0</inkml:trace>
  <inkml:trace contextRef="#ctx0" brushRef="#br3" timeOffset="290601">885 9714 24575,'0'12'0,"0"11"0,0 27 0,0-10 0,0 5 0,0 10 0,0 3 0,0 6 0,2 1 0,-1-3 0,1-2 0,0-4 0,0-3 0,1-8 0,0-3 0,2 20 0,-3-25 0,-2-26 0,-7-19 0,-1-13 0,1 7 0,1 0 0</inkml:trace>
  <inkml:trace contextRef="#ctx0" brushRef="#br3" timeOffset="291434">326 9976 24575,'51'-37'0,"-4"7"0,9-4 0,-16 10 0,4 0 0,2-1 0,2-1-927,-3 3 1,1-1 0,2 1 0,0-1 0,-1 1 926,2 0 0,0 0 0,1 1 0,-1 0 0,-1 1 0,7-2 0,0 0 0,-2 2 0,-2 2 408,5-3 1,-3 2-1,-3 3-408,5-1 0,-6 4 794,10-2-794,-33 11 0,-23 4 0,-10 5 611,-2 4 0,3-2 0,4 1 0</inkml:trace>
  <inkml:trace contextRef="#ctx0" brushRef="#br3" timeOffset="292434">1565 10014 24575,'0'28'0,"0"13"0,0 15 0,0-22 0,0-1 0,0 28 0,0-15 0,-3-15 0,-7-28 0,-10-29 0,-7-26 0,13 12 0,4-3 0,3-2 0,8-1 0,14-2 0,11 2 0,16 1 0,10 6 0,-11 14 0,4 3 0,4 1 0,-2 2 0,4 1 0,-1 1 0,-3 2 0,14-5 0,-4 3 0,7-1 0,-12 2 0,-29 9 0,-20 5 0,-11 2 0,0 0 0,1 0 0</inkml:trace>
  <inkml:trace contextRef="#ctx0" brushRef="#br3" timeOffset="293468">2631 9772 24575,'-17'-3'0,"-18"13"0,4 11 0,-1 8 0,-11 12 0,0 6-269,14-9 1,0 3-1,2 1 269,3-1 0,1 2 0,3-3 132,-1 11 1,6-4-133,6 16 134,38-37-134,5-33 0,6-13 0,8-11 0,1-8 0,-13 6 0,0-3 0,-4-2 0,-3 0 0,-3-2 0,-3 2 0,-1-9 0,-4 3 407,2-13-407,-17 49 0,-4 39 0,-1 28 0,3-23 0,2 1 0,4-4 0,1-2 0,12 18 0,2-18 0,-6-16 0,-9-9 0,-4-5 0</inkml:trace>
  <inkml:trace contextRef="#ctx0" brushRef="#br3" timeOffset="295684">3377 9608 24575,'-30'38'0,"8"-2"0,1 12 0,12-1 0,5 8 0,2 0 0,4-6 0,6-11 0,12-14 0,19-12 0,16-19 0,-21-7 0,0-7 0,3-9 0,-3-7 0,-1-10 0,-4-7 0,-11 13 0,-2-3 0,-3-2-298,-2-5 1,-2-2 0,-3 0 297,-1 0 0,-3-2 0,-2 2 0,-3 0 0,-2 0 0,-1 2 0,-6-14 0,-2 5 0,0 16 0,0 6 0,-9-8 0,11 32 0,5 18 0,-2 19 892,-2 19-892,5-9 0,0 2 0,1 8 0,0 3 0,2 3 0,0 2 0,2 1 0,1 0 0,0-1 0,1-1 0,1 0 0,2-1 0,2-1 0,1 0 0,1-2 0,2-1 0,-1-5 0,1-2 0,6 20 0,-2-23 0,5-32 0,14-46 0,-11 6 0,0-5 0,4-9 0,-1-2 0,-3 3 0,0 3 0,-6 13 0,-1 5 0,3-2 0,-9 34 0,-7 35 0,1 27 0,0-25 0,1 1 0,1-1 0,2-2 0,12 18 0,6-23 0,7-26 0,3-25 0,-2-14 0,-6-6 0,-8 8 0,-8 16 0,-5 18 0,-4 23 0,-2 18 0,0 6 0,0-6 0,9-19 0,15-28 0,14-32 0,-14 7 0,-1-4 0,-1-5 0,-1 1 0,-4 3 0,-2 2 0,7-11 0,-8 21 0,-2 20 0,2 32 0,-3-1 0,-1 7 0,2 19 0,0 7 0,-3-9 0,0 3 0,-2 3-406,-1-10 1,-1 2 0,-1 1 0,0-1 405,-1 2 0,0 0 0,-1 0 0,0-1 0,-1-2 0,-1-1 0,-1-1 0,-1-2-35,-1 8 0,-1-3 1,-2-3 34,-2 7 0,-3-7 0,-3-14 0,-4-6 0,-23-5 0,-5-34 0,-3-32 805,29 8 1,5-5-806,8-10 0,10-4 0,8 10 0,6-2 0,5 1-442,2 3 0,5 1 0,2-2 0,2 1 442,6-7 0,4 0 0,1-1 0,-1 1 0,0-1 0,1 1 0,0 0 0,-3 1 0,-4 5 0,0 0 0,-3 2 0,-2 1 0,0-1 0,-3 2 0,-5 5 0,9-17 0,-42 57 0,-11 19 0,-5 9 0,-7 13 0,0 4 0,9-15 0,0 2 0,3-1 0,-5 12 0,4-3 0,7-13 0,5-4 0,14 4 470,33-23 1,-16-10-1,12-2 1</inkml:trace>
  <inkml:trace contextRef="#ctx0" brushRef="#br3" timeOffset="296884">1248 11294 24575,'-3'-5'0,"1"30"0,1 10 0,1 9 0,0 1 0,0 6 0,0 2-775,0-4 0,0 2 0,0 1 0,0 0 775,0 1 0,0-1 0,0 0 0,0-1 0,0 10 0,0-1 0,0-4 488,0 9 1,0-7-489,0-19 0,0-8 509,-2-13-509,-1-74 0,2 10 0,0-10 0,0-4-940,0 1 1,0-5 0,1-3-1,-1 0 940,1 6 0,0-2 0,1 0 0,0-1 0,1 1 0,0 1 0,1-1 0,1 1 0,0 2 0,2 2 151,1-4 1,1 2 0,2 3 0,3 3-152,3-2 0,3 3 0,3 7 0,11 0 0,3 10 0,-3 14 0,2 9 0,28 18 0,-34 14 0,-4 9 1954,-3 7 0,-4 5-1954,-4 8 0,-5 2 428,-8 0 1,-8-2-429,-12-5 0,-8-4 0,-9-5 0,-7-6 0,-5-6 0,-4-6 0,-2-4 0,1-6 0,7-4 0,3-3 0,-19-5 0,28 1 0,23-1 0</inkml:trace>
  <inkml:trace contextRef="#ctx0" brushRef="#br3" timeOffset="299341">1403 11996 24575,'13'3'0,"16"-1"0,34-14 0,-18-5 0,1-5 0,3-7 0,-3-6 0,-4-7 0,-7-4 0,-10 2 0,-9-1 0,-9 7 0,-8 4 0,-24-16 0,-20 27 0,-10 28 0,6 22 0,18 19 0,20 13 0,35-9 0,4-29 0,7-6 0,10-5 0,4-9 0,7-9 0,0-10 0,-2-10 0,-5-9 0,-6-6 0,-6-6 0,-7-2 0,-5-2 0,-6 8 0,-3 1 0,1-16 0,-7 25 0,-3 21 0,0 22 0,4 22 0,3 21 0,-7-19 0,1 1 0,3 27 0,-4-16 0,-5-22 0,-2-22 0,2-30 0,9-31 0,0 21 0,3-3 0,6-4 0,2 1 0,4 0 0,1 3 0,0 5 0,0 2 0,-5 7 0,-1 2 0,7-9 0,-17 17 0,-12 15 0,-11 26 0,-3 39 0,7-13 0,2 6 0,3-8 0,-1 2 0,2 2-286,1 4 0,1 2 0,0 0 286,2-1 0,0 1 0,1-1 0,1 0 0,1 0 0,-1-2 0,0-3 0,1-2 0,-1-1 0,2 17 0,-2-4 0,-1-8 0,-1-4 0,-3-13 0,1-4 0,-2 7 0,-3-20 0,-6-17 858,-3-13-858,-3-17 0,5-22 0,12 16 0,7-2 0,14-10 0,9-2 0,-2 12 0,5 0 0,1 1-195,6-1 0,1 2 0,1 0 195,-2 4 0,0 0 0,-1 3 0,5-5 0,-4 3 0,11-4 0,-28 18 0,-23 13 0,-26 10 0,3-4 585,-6 5-585,15-7 0,-7 3 0,-17 6 0,-8 4 0,-4 0 0,6-3 0,-1 0 0,-17 5 0,2-2 0,18-7 0,2-2 0,6-2 0,-1 0 0,-3-2 0,3 0 0,-10-1 0,6-2 0,54-9 0,17-2 0,10-3 0,2-1 0,5-2 0,1-1-288,-5 3 0,1-2 0,1 0 0,0 0 288,2-1 0,0-1 0,0 1 0,-3 0 0,8-4 0,-2 0 0,-5 1 0,5-2 0,-7 2 0,9-5 0,-37 17 0,-24 8 0,1 3 0,-6 1 0</inkml:trace>
  <inkml:trace contextRef="#ctx0" brushRef="#br3" timeOffset="301234">3439 11084 24575,'0'53'0,"0"-2"0,0 6 0,0 0 0,0 0 0,0 0 0,0-4 0,0 7 0,0-66 0,0-36 0,-1 10 0,0-3 0,-2-5 0,-1-1 0,-2 2 0,1 1 0,-8-20 0,10 17 0,24 13 0,34 10 0,-15 11 0,4 3 0,8 4 0,0 5 0,0 9 0,-5 7 0,-7 10 0,-7 7 0,-6 8 0,-8 3 0,-8 1 0,-6 0 0,-3-7 0,-4-3 0,-8 16 0,-5-30 0,0-44 0,5-39 0,8 17 0,3-2 0,2-4 0,3 3 0,12-19 0,9 28 0,8 22 0,8 24 0,8 17 0,-23-11 0,0 1 0,25 18 0,-9-12 0,-10-15 0,-8-19 0,-8-14 0,-6-8 0,-9 4 0,-12 29 0,-9 32 0,-3 26 0,12-27 0,2 0 0,-1 17 0,17-27 0,38-64 0,-6-4 0,-10 8 0,-2 0 0,0-3 0,-11 20 0,-6 14 0,0 7 0,8 3 0,13-1 0,10 0 0,11-6 0,-21 0 0,-17 6 0,-39 19 0,-18 19 0,18-15 0,2 0 0,-12 23 0,34-17 0,54-33 0,-1-16 0,6-11 0,-8 0 0,2-3 0,-1-4-321,-12 7 1,0-3 0,-2 0 0,-1-1 320,6-10 0,-2-1 0,-4 1 0,2-12 0,-9 1 0,-14 14 0,-8 4 0,-21-12 0,-30 40 0,14 20 0,0 8 0,-1 10 0,4 5 0,6 8 0,5 3 640,5-1 1,10-1-641,25 1 0,11-5 0,-9-14 0,4-6 0,18-1 0,1-9 0,11-21 0,-22-10 0,-19-1 0,-14 5 0,-7 10 0,-1 5 0,-1 3 0</inkml:trace>
  <inkml:trace contextRef="#ctx0" brushRef="#br3" timeOffset="303168">747 480 24575,'-24'16'0,"1"18"0,1 20 0,14-19 0,3 3 0,7 1 0,6 0 0,8-2 0,8-2 0,9-1 0,7-2 0,8 0 0,3-1 0,0 2 0,-1 2 0,-4 5 0,-5 3 0,-8 1 0,-6 3 0,-6 0 0,-8 1 0,-8 2 0,-9-1 0,-11-3 0,-11-5 0,-11-4 0,-9-6 0,-10-6 0,-5-6 0,-3-8 0,0-4 0,4-4 0,3-2 0,10-3 0,3 0 0,-18-5 0,31 1 0,18 4 0</inkml:trace>
  <inkml:trace contextRef="#ctx0" brushRef="#br3" timeOffset="304018">1099 814 24575,'3'-8'0,"-2"0"0,1 3 0,-2 18 0,0 40 0,0-1 0,2 8 0,1-8 0,1 3 0,0 1-287,1 5 1,1 1 0,0-1 286,2-2 0,0 0 0,1-3 0,0-7 0,1-3 0,-1-2 0,3 6 0,-1-6 0,11 15 0,-5-37 0,3-38 0,5-29 0,-9 10 0,0-2 171,2-6 1,0 3 0,3-8 0,-4 14 0</inkml:trace>
  <inkml:trace contextRef="#ctx0" brushRef="#br3" timeOffset="304669">1051 1398 24575,'-1'-6'0,"31"-4"0,12-2 0,9-3 0,-4 1 0,5-1 0,2 0-494,5-3 1,3-2-1,-2 1 494,-3 1 0,0-1 0,-5 2 0,9-2 0,-9 2 481,6-2-481,-38 11-1573,-36 11 1,4-3 0,-5 5 0</inkml:trace>
  <inkml:trace contextRef="#ctx0" brushRef="#br3" timeOffset="306002">1317 1888 24575,'31'0'0,"0"0"0,5-3 0,19-3 0,7-6 0,-9-1 0,4-5 0,0-1-534,1-5 1,0-2 0,-2-2 533,-4-2 0,-2-2 0,-5 0 0,9-11 0,-11 0 259,-18 14 1,-12 1-260,-25-5 265,-45 31-265,18 11 0,-1 5 0,-4 7 0,3 6 0,9 3 0,4 3 408,8-4 0,9 1-408,19 15 0,21-29 0,11-9 0,20-11 0,8-11-499,-11-4 0,2-5 0,-2-4 499,-14 4 0,0-2 0,-2-2 0,-2-1 0,7-12 0,-5-2 0,-3-1 0,-10 7 0,-3 0 0,-5 2 0,-1-3 0,-5 5 0,1-3 0,-17 58 0,-5 16 0,-2 10 0,0-1 0,0 5 0,0 2-288,1-7 0,0 2 1,0 0-1,0 1 288,1 0 0,1 1 0,-1-1 0,2-1 0,-2 10 0,1-2 0,1-3 703,0 6 0,1-6-703,0 7 0,4-83 0,7-27 0,3-15 0,-2 18 0,1-5 0,0-2 0,0-1-444,2-6 0,0-2 0,1 0 0,0 0 444,1 3 0,0-1 0,0 2 0,0 3 0,2-6 0,1 3 0,1 6 564,5 1 0,4 9-564,0 15 0,4 10 0,25 20 0,-9 38 0,-27-10 0,-7 5 0,-8 7 0,-9 1 945,-11 1 0,-9-2-945,-9-6 0,-8-5 0,-7-5 0,-4-4 0,1-4 0,0-5 0,7-4 0,2-2 0,-21 1 0,32-6 0,18-3 0</inkml:trace>
  <inkml:trace contextRef="#ctx0" brushRef="#br3" timeOffset="306819">3398 409 24575,'0'52'0,"0"-11"0,0 4 0,0 17 0,0 4 0,0-20 0,0 1 0,0-1 0,0 19 0,0-3 0,0-13 0,0-5 0,0 13 0,0-31 0,0-26 0,0-6 0,0-2 0</inkml:trace>
  <inkml:trace contextRef="#ctx0" brushRef="#br3" timeOffset="307518">2934 505 24575,'51'-1'0,"-8"-2"0,5-3 0,-6 1 0,2-2 0,1-1 0,4 0 0,2-2 0,-2 0 0,-3 0 0,-1 0 0,-3-1 0,8-1 0,-5 1 0,6-1 0,-27 7 0</inkml:trace>
  <inkml:trace contextRef="#ctx0" brushRef="#br3" timeOffset="308340">3205 1341 24575,'33'-5'0,"0"1"0,8-6 0,2-1 0,12-4 0,1-1 0,-3-1 0,-3-1 0,-11 5 0,-5 2 0,6-1 0,-25 8 0,-12 4 0,-5 0 0</inkml:trace>
  <inkml:trace contextRef="#ctx0" brushRef="#br3" timeOffset="310803">4055 686 24575,'0'46'0,"0"-1"0,0-11 0,0-1 0,0 12 0,0-8 0,1-24 0,1-25 0,4-24 0,45 8 0,-2 23 0,-1 9 0,6 4 0,-6 3 0,1-1 0,3-2 0,0-5 0,-1-8 0,-3-7 0,-8-9 0,-5-6 0,-6-5 0,-6-2 0,-6 2 0,-4 1 0,1-13 0,-18 31 0,-19 49 0,2 5 0,0 8 0,4-6 0,0 4 0,1 0 0,-1 6 0,1 1 0,1 0 0,2-5 0,2 1 0,1-3 0,-1 19 0,3-7 0,0 0 0,7-44 0,5-39 0,4-17 0,2-8 0,2-3 0,3-6 0,2 1 0,1 5 0,1 5 0,0 13 0,1 5 0,17-4 0,-4 30 0,-7 32 0,-15 21 0,-13-18 0,-5 0 0,-5 0 0,-4-2 0,-27 12 0,-4-16 0,11-18 0,13-11 0,11-8 0,17 0 0,20 2 0,22 6 0,-14 5 0,2 3 0,2 1 0,1 2 0,0 0 0,-2 1 0,-2 0 0,-1-2 0,22-8 0,-11-22 0,-13-22 0,-10-15 0,-10 1 0,-4 15 0,-4 17 0,0 14 0,2 10 0,4 5 0,1 5 0,2 7 0,1 6 0,0 2 0,2 0 0,2-4 0,2-4 0,5-5 0,3-6 0,8-22 0,4-30 0,-20 9 0,-1-7 0,-5 7 0,-2-3 0,0-1-166,-2-3 1,-2-1 0,-1-1 165,0-1 0,-2 1 0,-1 0 0,1-16 0,-1 4 0,-3 16 0,0 5 0,0-5 0,0 43 0,4 46 0,0-5 0,2 6 0,1 11 0,3 2 0,2 5 0,0-1 0,1-4 0,0-4 0,0-10 0,0-5 0,14 16 496,8-32-496,17-37 0,-18-5 0,0-6 0,4-7 0,-1-4 0,-2-1 0,-3 1 0,-6 7 0,-3 3 0,4-5 0,-33 33 0,-24 17 0,-19 3 0,-9-11 0,-1-18 0,-1-9 0,5 1 0,22 6 0,14 4 0</inkml:trace>
  <inkml:trace contextRef="#ctx0" brushRef="#br3" timeOffset="311302">5191 606 24575,'23'0'0,"15"0"0,21 0 0,-24 0 0,-1 0 0,22 0 0,-22 0 0,-19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9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9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9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8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8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400"/>
              <a:t>Project 3:</a:t>
            </a:r>
            <a:br>
              <a:rPr lang="en-US" sz="4400"/>
            </a:br>
            <a:r>
              <a:rPr lang="en-US" sz="4400"/>
              <a:t>Enhancement of Hybrid PID- Reinforcement Learning/ CNN for Puma 560 Robot Arm </a:t>
            </a:r>
            <a:endParaRPr sz="440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April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38DB-BAF1-E6D3-CB45-80CB33490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420" y="261215"/>
            <a:ext cx="3505201" cy="1325563"/>
          </a:xfrm>
        </p:spPr>
        <p:txBody>
          <a:bodyPr>
            <a:normAutofit/>
          </a:bodyPr>
          <a:lstStyle/>
          <a:p>
            <a:r>
              <a:rPr lang="en-US" dirty="0"/>
              <a:t>3 June 2026 Dave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5D8FB-1727-EF8A-476B-D82598B1D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893" y="102339"/>
            <a:ext cx="8821780" cy="65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30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D6C49-A3E0-E599-BF19-8F0B5A68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FFB6FB-3C2C-137A-7753-EB05C6F27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971" y="1237959"/>
            <a:ext cx="8770488" cy="468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FA35-864D-9700-B4E6-A47BFD0E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98E0C6-CD92-7A26-C470-961662E83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745" y="1371600"/>
            <a:ext cx="8783980" cy="295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51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01A20-E383-8297-82E1-5995704B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641" y="822324"/>
            <a:ext cx="3221187" cy="1325563"/>
          </a:xfrm>
        </p:spPr>
        <p:txBody>
          <a:bodyPr/>
          <a:lstStyle/>
          <a:p>
            <a:r>
              <a:rPr lang="en-US" dirty="0"/>
              <a:t>3 Jun 2026-Dave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F6DC78-ACEC-F0A1-05F6-45E5D5B8B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847" y="665443"/>
            <a:ext cx="5891576" cy="310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96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C0B16-EC86-684A-B662-43DD763C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211AC-F71B-17C1-E27F-6A9B63BC8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829" y="698906"/>
            <a:ext cx="8905591" cy="565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816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38D4-1218-D70B-D670-97C56687D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135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Dave, 3 June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C34AD-4A8F-9BB6-DE64-EF4AEBEE5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50" y="837049"/>
            <a:ext cx="11836650" cy="600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42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7772-31F1-C947-67D2-7B5D238FA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Terms to Use (correction)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A4EC9-29E8-3117-780D-0B67727D2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 Control Sampling Period (not PID loop time) </a:t>
            </a:r>
          </a:p>
          <a:p>
            <a:r>
              <a:rPr lang="en-US" dirty="0"/>
              <a:t>LSTM Sampling Period (not Sampling Frequency)</a:t>
            </a:r>
          </a:p>
          <a:p>
            <a:r>
              <a:rPr lang="en-US" dirty="0"/>
              <a:t>RL Action Sampling Period (not Sampling Frequency)</a:t>
            </a:r>
          </a:p>
          <a:p>
            <a:r>
              <a:rPr lang="en-US" dirty="0"/>
              <a:t>Max torque limits --&gt; Reference?</a:t>
            </a:r>
          </a:p>
          <a:p>
            <a:r>
              <a:rPr lang="en-US" dirty="0"/>
              <a:t>Power Bound </a:t>
            </a:r>
            <a:r>
              <a:rPr lang="en-US" dirty="0">
                <a:sym typeface="Wingdings" pitchFamily="2" charset="2"/>
              </a:rPr>
              <a:t>--&gt; Reference?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E2866F-C02B-5D4E-4C86-B3FE09860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542" y="4992397"/>
            <a:ext cx="3369985" cy="1056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45F589-E387-F83B-D493-17B30A0AEC01}"/>
              </a:ext>
            </a:extLst>
          </p:cNvPr>
          <p:cNvSpPr txBox="1"/>
          <p:nvPr/>
        </p:nvSpPr>
        <p:spPr>
          <a:xfrm>
            <a:off x="4862942" y="4987634"/>
            <a:ext cx="5735782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“Setpoint”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“Desired Trajectory”</a:t>
            </a:r>
          </a:p>
          <a:p>
            <a:r>
              <a:rPr lang="en-US" dirty="0"/>
              <a:t>“Angle (Setting A)”,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“Output”</a:t>
            </a:r>
          </a:p>
          <a:p>
            <a:r>
              <a:rPr lang="en-US" dirty="0"/>
              <a:t>“Setting A”,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“Controller Gain Setting A” dan </a:t>
            </a:r>
            <a:r>
              <a:rPr lang="en-US" dirty="0" err="1"/>
              <a:t>diletakan</a:t>
            </a:r>
            <a:r>
              <a:rPr lang="en-US" dirty="0"/>
              <a:t> pada baris </a:t>
            </a:r>
            <a:r>
              <a:rPr lang="en-US" dirty="0" err="1"/>
              <a:t>baru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4D65FE-BFFA-0904-1243-4A40BDC0E73A}"/>
                  </a:ext>
                </a:extLst>
              </p14:cNvPr>
              <p14:cNvContentPartPr/>
              <p14:nvPr/>
            </p14:nvContentPartPr>
            <p14:xfrm>
              <a:off x="2656080" y="2013120"/>
              <a:ext cx="5993280" cy="3268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4D65FE-BFFA-0904-1243-4A40BDC0E7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46720" y="2003760"/>
                <a:ext cx="6012000" cy="328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0E2226F-CB5E-35B6-E793-4A77C082D499}"/>
                  </a:ext>
                </a:extLst>
              </p14:cNvPr>
              <p14:cNvContentPartPr/>
              <p14:nvPr/>
            </p14:nvContentPartPr>
            <p14:xfrm>
              <a:off x="2044440" y="5520240"/>
              <a:ext cx="2226240" cy="536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0E2226F-CB5E-35B6-E793-4A77C082D4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35080" y="5510880"/>
                <a:ext cx="2244960" cy="55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0684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E8DE-96CC-84E4-6305-827AED75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Manuscripts (IEEE Access)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14C36-0426-3CA4-E629-93C572505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SzPct val="90000"/>
              <a:buNone/>
            </a:pPr>
            <a:r>
              <a:rPr lang="en-US" dirty="0"/>
              <a:t>Abstract (0%)</a:t>
            </a:r>
          </a:p>
          <a:p>
            <a:pPr marL="628650" indent="-514350">
              <a:buSzPct val="90000"/>
              <a:buFont typeface="+mj-lt"/>
              <a:buAutoNum type="arabicPeriod"/>
            </a:pPr>
            <a:r>
              <a:rPr lang="en-US" dirty="0"/>
              <a:t>Introduction (v)</a:t>
            </a:r>
            <a:endParaRPr lang="en-US" dirty="0">
              <a:sym typeface="Wingdings" pitchFamily="2" charset="2"/>
            </a:endParaRPr>
          </a:p>
          <a:p>
            <a:pPr marL="628650" indent="-514350">
              <a:buSzPct val="90000"/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Literature Study  Pak Denis</a:t>
            </a:r>
          </a:p>
          <a:p>
            <a:pPr marL="628650" indent="-514350">
              <a:buSzPct val="90000"/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Method Development (v)</a:t>
            </a:r>
          </a:p>
          <a:p>
            <a:pPr marL="628650" indent="-514350">
              <a:buSzPct val="90000"/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Experimental Setup, Results and Analysis (10%)</a:t>
            </a:r>
          </a:p>
          <a:p>
            <a:pPr marL="1085850" lvl="1" indent="-514350">
              <a:buSzPct val="90000"/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Graphics</a:t>
            </a:r>
          </a:p>
          <a:p>
            <a:pPr marL="1085850" lvl="1" indent="-514350">
              <a:buSzPct val="90000"/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Analysis and Interpretation</a:t>
            </a:r>
          </a:p>
          <a:p>
            <a:pPr marL="628650" indent="-514350">
              <a:buSzPct val="90000"/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Conclusion (0%)</a:t>
            </a:r>
          </a:p>
          <a:p>
            <a:pPr marL="114300" indent="0">
              <a:buSzPct val="90000"/>
              <a:buNone/>
            </a:pPr>
            <a:r>
              <a:rPr lang="en-US" dirty="0">
                <a:sym typeface="Wingdings" pitchFamily="2" charset="2"/>
              </a:rPr>
              <a:t>References  Pak Denis</a:t>
            </a:r>
            <a:endParaRPr lang="en-US" dirty="0"/>
          </a:p>
          <a:p>
            <a:pPr marL="628650" indent="-514350">
              <a:buSzPct val="90000"/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134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3C7C1-B186-18F8-5238-B01C1459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 Jun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F3035-57C2-5149-277E-796198CFC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indent="-514350">
              <a:buFont typeface="+mj-lt"/>
              <a:buAutoNum type="arabicPeriod"/>
            </a:pPr>
            <a:r>
              <a:rPr lang="en-US" dirty="0"/>
              <a:t>Learning vs Control system performance.</a:t>
            </a:r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Effect of sampling time</a:t>
            </a:r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Ablation study</a:t>
            </a:r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Mean Squared Error algorithm and code</a:t>
            </a:r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Integral Squared Error algorithm and code.</a:t>
            </a:r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Rise Time algorithm and code</a:t>
            </a:r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Steady State Error algorithm and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66B51D-85DE-7D2C-DBC5-0ABAA6D39A5A}"/>
              </a:ext>
            </a:extLst>
          </p:cNvPr>
          <p:cNvSpPr txBox="1"/>
          <p:nvPr/>
        </p:nvSpPr>
        <p:spPr>
          <a:xfrm>
            <a:off x="876823" y="1415441"/>
            <a:ext cx="6958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  <a:sym typeface="Wingdings" pitchFamily="2" charset="2"/>
              </a:rPr>
              <a:t>Experimental Setup, Results and Analysis: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CD4A7-5428-5AF8-CF1F-DC97CC1E7599}"/>
              </a:ext>
            </a:extLst>
          </p:cNvPr>
          <p:cNvSpPr txBox="1"/>
          <p:nvPr/>
        </p:nvSpPr>
        <p:spPr>
          <a:xfrm>
            <a:off x="588723" y="5837129"/>
            <a:ext cx="91815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Stages: </a:t>
            </a:r>
          </a:p>
          <a:p>
            <a:r>
              <a:rPr lang="en-US" sz="1600" dirty="0"/>
              <a:t>1. Substance all completely presented in the manuscript (tables, graphics, </a:t>
            </a:r>
            <a:r>
              <a:rPr lang="en-US" sz="1600" dirty="0" err="1"/>
              <a:t>anlysis</a:t>
            </a:r>
            <a:r>
              <a:rPr lang="en-US" sz="1600" dirty="0"/>
              <a:t>) by 30 June 2026; 2. Lay-outing; 3. Proofreading; 4. Submission 7 July 2026</a:t>
            </a:r>
          </a:p>
        </p:txBody>
      </p:sp>
    </p:spTree>
    <p:extLst>
      <p:ext uri="{BB962C8B-B14F-4D97-AF65-F5344CB8AC3E}">
        <p14:creationId xmlns:p14="http://schemas.microsoft.com/office/powerpoint/2010/main" val="4080890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48D1-53C4-06C6-0B76-D28FA1823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Gain Setting A</a:t>
            </a:r>
            <a:br>
              <a:rPr lang="en-US" dirty="0"/>
            </a:br>
            <a:r>
              <a:rPr lang="en-US" sz="3600" dirty="0"/>
              <a:t>Reference Paper: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1A3BA-0A73-49FD-218E-69BAE970F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3383071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Link 1: </a:t>
            </a:r>
          </a:p>
          <a:p>
            <a:pPr lvl="1"/>
            <a:r>
              <a:rPr lang="en-US" dirty="0"/>
              <a:t>Mass1</a:t>
            </a:r>
          </a:p>
          <a:p>
            <a:pPr lvl="1"/>
            <a:r>
              <a:rPr lang="en-US" dirty="0"/>
              <a:t>Length1</a:t>
            </a:r>
          </a:p>
          <a:p>
            <a:r>
              <a:rPr lang="en-US" dirty="0"/>
              <a:t>Controller 1</a:t>
            </a:r>
          </a:p>
          <a:p>
            <a:pPr lvl="1"/>
            <a:r>
              <a:rPr lang="en-US" dirty="0"/>
              <a:t>KP1: </a:t>
            </a:r>
          </a:p>
          <a:p>
            <a:pPr lvl="1"/>
            <a:r>
              <a:rPr lang="en-US" dirty="0"/>
              <a:t>KI1:</a:t>
            </a:r>
          </a:p>
          <a:p>
            <a:pPr lvl="1"/>
            <a:r>
              <a:rPr lang="en-US" dirty="0"/>
              <a:t>KD1:</a:t>
            </a:r>
          </a:p>
          <a:p>
            <a:r>
              <a:rPr lang="en-US" dirty="0"/>
              <a:t>Motor 1</a:t>
            </a:r>
          </a:p>
          <a:p>
            <a:pPr lvl="1"/>
            <a:r>
              <a:rPr lang="en-US" dirty="0"/>
              <a:t>Resistance:</a:t>
            </a:r>
          </a:p>
          <a:p>
            <a:pPr lvl="1"/>
            <a:r>
              <a:rPr lang="en-US" dirty="0"/>
              <a:t>Inductance:</a:t>
            </a:r>
          </a:p>
          <a:p>
            <a:pPr lvl="1"/>
            <a:r>
              <a:rPr lang="en-US" dirty="0"/>
              <a:t>Mass:</a:t>
            </a:r>
          </a:p>
          <a:p>
            <a:pPr lvl="1"/>
            <a:r>
              <a:rPr lang="en-US" dirty="0"/>
              <a:t>Friction Coefficient:</a:t>
            </a:r>
          </a:p>
          <a:p>
            <a:pPr lvl="1"/>
            <a:r>
              <a:rPr lang="en-US" dirty="0" err="1"/>
              <a:t>Etc</a:t>
            </a: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FDFAD06-504C-F8B3-126A-0A2D4550877C}"/>
              </a:ext>
            </a:extLst>
          </p:cNvPr>
          <p:cNvSpPr txBox="1">
            <a:spLocks/>
          </p:cNvSpPr>
          <p:nvPr/>
        </p:nvSpPr>
        <p:spPr>
          <a:xfrm>
            <a:off x="6514565" y="1827713"/>
            <a:ext cx="338307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Link 6: </a:t>
            </a:r>
          </a:p>
          <a:p>
            <a:pPr lvl="1"/>
            <a:r>
              <a:rPr lang="en-US" dirty="0"/>
              <a:t>Mass1</a:t>
            </a:r>
          </a:p>
          <a:p>
            <a:pPr lvl="1"/>
            <a:r>
              <a:rPr lang="en-US" dirty="0"/>
              <a:t>Length1</a:t>
            </a:r>
          </a:p>
          <a:p>
            <a:r>
              <a:rPr lang="en-US" dirty="0"/>
              <a:t>Controller 6</a:t>
            </a:r>
          </a:p>
          <a:p>
            <a:pPr lvl="1"/>
            <a:r>
              <a:rPr lang="en-US" dirty="0"/>
              <a:t>KP6: </a:t>
            </a:r>
          </a:p>
          <a:p>
            <a:pPr lvl="1"/>
            <a:r>
              <a:rPr lang="en-US" dirty="0"/>
              <a:t>KI6:</a:t>
            </a:r>
          </a:p>
          <a:p>
            <a:pPr lvl="1"/>
            <a:r>
              <a:rPr lang="en-US" dirty="0"/>
              <a:t>KD6:</a:t>
            </a:r>
          </a:p>
          <a:p>
            <a:r>
              <a:rPr lang="en-US" dirty="0"/>
              <a:t>Motor 6</a:t>
            </a:r>
          </a:p>
          <a:p>
            <a:pPr lvl="1"/>
            <a:r>
              <a:rPr lang="en-US" dirty="0"/>
              <a:t>Resistance:</a:t>
            </a:r>
          </a:p>
          <a:p>
            <a:pPr lvl="1"/>
            <a:r>
              <a:rPr lang="en-US" dirty="0"/>
              <a:t>Inductance:</a:t>
            </a:r>
          </a:p>
          <a:p>
            <a:pPr lvl="1"/>
            <a:r>
              <a:rPr lang="en-US" dirty="0"/>
              <a:t>Mass:</a:t>
            </a:r>
          </a:p>
          <a:p>
            <a:pPr lvl="1"/>
            <a:r>
              <a:rPr lang="en-US" dirty="0"/>
              <a:t>Friction Coefficient:</a:t>
            </a:r>
          </a:p>
          <a:p>
            <a:pPr lvl="1"/>
            <a:r>
              <a:rPr lang="en-US" dirty="0" err="1"/>
              <a:t>Etc</a:t>
            </a:r>
            <a:endParaRPr lang="en-US" dirty="0"/>
          </a:p>
          <a:p>
            <a:pPr marL="114300" indent="0">
              <a:buFont typeface="Arial"/>
              <a:buNone/>
            </a:pPr>
            <a:endParaRPr lang="en-US" dirty="0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396F2455-1EED-A6B5-50A2-98C132333DB4}"/>
              </a:ext>
            </a:extLst>
          </p:cNvPr>
          <p:cNvSpPr/>
          <p:nvPr/>
        </p:nvSpPr>
        <p:spPr>
          <a:xfrm>
            <a:off x="4985359" y="3256767"/>
            <a:ext cx="438411" cy="8392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0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21BEA-6BAB-4A03-490B-226493A9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32C9-E20B-4219-5409-1BEA50B5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Gain Setting B</a:t>
            </a:r>
            <a:br>
              <a:rPr lang="en-US" dirty="0"/>
            </a:br>
            <a:r>
              <a:rPr lang="en-US" sz="3600" dirty="0"/>
              <a:t>Reference Paper: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C8CA1-DFF0-2911-4FF2-A2B9708D0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3383071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Link 1: </a:t>
            </a:r>
          </a:p>
          <a:p>
            <a:pPr lvl="1"/>
            <a:r>
              <a:rPr lang="en-US" dirty="0"/>
              <a:t>Mass1</a:t>
            </a:r>
          </a:p>
          <a:p>
            <a:pPr lvl="1"/>
            <a:r>
              <a:rPr lang="en-US" dirty="0"/>
              <a:t>Length1</a:t>
            </a:r>
          </a:p>
          <a:p>
            <a:r>
              <a:rPr lang="en-US" dirty="0"/>
              <a:t>Controller 1</a:t>
            </a:r>
          </a:p>
          <a:p>
            <a:pPr lvl="1"/>
            <a:r>
              <a:rPr lang="en-US" dirty="0"/>
              <a:t>KP1: </a:t>
            </a:r>
          </a:p>
          <a:p>
            <a:pPr lvl="1"/>
            <a:r>
              <a:rPr lang="en-US" dirty="0"/>
              <a:t>KI1:</a:t>
            </a:r>
          </a:p>
          <a:p>
            <a:pPr lvl="1"/>
            <a:r>
              <a:rPr lang="en-US" dirty="0"/>
              <a:t>KD1:</a:t>
            </a:r>
          </a:p>
          <a:p>
            <a:r>
              <a:rPr lang="en-US" dirty="0"/>
              <a:t>Motor 1</a:t>
            </a:r>
          </a:p>
          <a:p>
            <a:pPr lvl="1"/>
            <a:r>
              <a:rPr lang="en-US" dirty="0"/>
              <a:t>Resistance:</a:t>
            </a:r>
          </a:p>
          <a:p>
            <a:pPr lvl="1"/>
            <a:r>
              <a:rPr lang="en-US" dirty="0"/>
              <a:t>Inductance:</a:t>
            </a:r>
          </a:p>
          <a:p>
            <a:pPr lvl="1"/>
            <a:r>
              <a:rPr lang="en-US" dirty="0"/>
              <a:t>Mass:</a:t>
            </a:r>
          </a:p>
          <a:p>
            <a:pPr lvl="1"/>
            <a:r>
              <a:rPr lang="en-US" dirty="0"/>
              <a:t>Friction Coefficient:</a:t>
            </a:r>
          </a:p>
          <a:p>
            <a:pPr lvl="1"/>
            <a:r>
              <a:rPr lang="en-US" dirty="0" err="1"/>
              <a:t>Etc</a:t>
            </a: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BBAA1B2-082D-B4C5-DFDD-FFE239C05BC1}"/>
              </a:ext>
            </a:extLst>
          </p:cNvPr>
          <p:cNvSpPr txBox="1">
            <a:spLocks/>
          </p:cNvSpPr>
          <p:nvPr/>
        </p:nvSpPr>
        <p:spPr>
          <a:xfrm>
            <a:off x="6514565" y="1827713"/>
            <a:ext cx="338307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Link 6: </a:t>
            </a:r>
          </a:p>
          <a:p>
            <a:pPr lvl="1"/>
            <a:r>
              <a:rPr lang="en-US" dirty="0"/>
              <a:t>Mass1</a:t>
            </a:r>
          </a:p>
          <a:p>
            <a:pPr lvl="1"/>
            <a:r>
              <a:rPr lang="en-US" dirty="0"/>
              <a:t>Length1</a:t>
            </a:r>
          </a:p>
          <a:p>
            <a:r>
              <a:rPr lang="en-US" dirty="0"/>
              <a:t>Controller 6</a:t>
            </a:r>
          </a:p>
          <a:p>
            <a:pPr lvl="1"/>
            <a:r>
              <a:rPr lang="en-US" dirty="0"/>
              <a:t>KP6: </a:t>
            </a:r>
          </a:p>
          <a:p>
            <a:pPr lvl="1"/>
            <a:r>
              <a:rPr lang="en-US" dirty="0"/>
              <a:t>KI6:</a:t>
            </a:r>
          </a:p>
          <a:p>
            <a:pPr lvl="1"/>
            <a:r>
              <a:rPr lang="en-US" dirty="0"/>
              <a:t>KD6:</a:t>
            </a:r>
          </a:p>
          <a:p>
            <a:r>
              <a:rPr lang="en-US" dirty="0"/>
              <a:t>Motor 6</a:t>
            </a:r>
          </a:p>
          <a:p>
            <a:pPr lvl="1"/>
            <a:r>
              <a:rPr lang="en-US" dirty="0"/>
              <a:t>Resistance:</a:t>
            </a:r>
          </a:p>
          <a:p>
            <a:pPr lvl="1"/>
            <a:r>
              <a:rPr lang="en-US" dirty="0"/>
              <a:t>Inductance:</a:t>
            </a:r>
          </a:p>
          <a:p>
            <a:pPr lvl="1"/>
            <a:r>
              <a:rPr lang="en-US" dirty="0"/>
              <a:t>Mass:</a:t>
            </a:r>
          </a:p>
          <a:p>
            <a:pPr lvl="1"/>
            <a:r>
              <a:rPr lang="en-US" dirty="0"/>
              <a:t>Friction Coefficient:</a:t>
            </a:r>
          </a:p>
          <a:p>
            <a:pPr lvl="1"/>
            <a:r>
              <a:rPr lang="en-US" dirty="0" err="1"/>
              <a:t>Etc</a:t>
            </a:r>
            <a:endParaRPr lang="en-US" dirty="0"/>
          </a:p>
          <a:p>
            <a:pPr marL="114300" indent="0">
              <a:buFont typeface="Arial"/>
              <a:buNone/>
            </a:pPr>
            <a:endParaRPr lang="en-US" dirty="0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D33E249A-B0AF-0ACC-95DF-711C8E607989}"/>
              </a:ext>
            </a:extLst>
          </p:cNvPr>
          <p:cNvSpPr/>
          <p:nvPr/>
        </p:nvSpPr>
        <p:spPr>
          <a:xfrm>
            <a:off x="4985359" y="3256767"/>
            <a:ext cx="438411" cy="8392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98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AECB3-D406-DCA6-68B0-6F471958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Gain Setting 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B6892-36BC-84F2-2683-FAD9FACB7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 values:</a:t>
            </a:r>
          </a:p>
          <a:p>
            <a:pPr lvl="1"/>
            <a:r>
              <a:rPr lang="en-US" dirty="0"/>
              <a:t>PID sampling time: …..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Conventional PID</a:t>
            </a:r>
          </a:p>
          <a:p>
            <a:pPr lvl="1"/>
            <a:r>
              <a:rPr lang="en-US" dirty="0"/>
              <a:t>Control System Response Graphs</a:t>
            </a:r>
          </a:p>
          <a:p>
            <a:pPr lvl="2"/>
            <a:r>
              <a:rPr lang="en-US" dirty="0"/>
              <a:t>Position</a:t>
            </a:r>
          </a:p>
          <a:p>
            <a:pPr lvl="2"/>
            <a:r>
              <a:rPr lang="en-US" dirty="0"/>
              <a:t>Velocity</a:t>
            </a:r>
          </a:p>
          <a:p>
            <a:pPr lvl="2"/>
            <a:r>
              <a:rPr lang="en-US" dirty="0"/>
              <a:t>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BB426-46AD-4EE7-A42A-7A09595AB01A}"/>
              </a:ext>
            </a:extLst>
          </p:cNvPr>
          <p:cNvSpPr txBox="1"/>
          <p:nvPr/>
        </p:nvSpPr>
        <p:spPr>
          <a:xfrm>
            <a:off x="9883031" y="363255"/>
            <a:ext cx="1980029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Experiment A1</a:t>
            </a:r>
          </a:p>
        </p:txBody>
      </p:sp>
    </p:spTree>
    <p:extLst>
      <p:ext uri="{BB962C8B-B14F-4D97-AF65-F5344CB8AC3E}">
        <p14:creationId xmlns:p14="http://schemas.microsoft.com/office/powerpoint/2010/main" val="2606544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88F0B-52A0-2E5A-059D-72FDEC74B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43B1A-FEC6-9715-E302-F182C286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Gain Setting 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26086-46BD-450A-1CB4-72007C207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Parameter values:</a:t>
            </a:r>
          </a:p>
          <a:p>
            <a:pPr lvl="1"/>
            <a:r>
              <a:rPr lang="en-US" dirty="0"/>
              <a:t>LSTM:</a:t>
            </a:r>
          </a:p>
          <a:p>
            <a:pPr lvl="1"/>
            <a:r>
              <a:rPr lang="en-US" dirty="0"/>
              <a:t>Lyapunov Safety Cage:</a:t>
            </a:r>
          </a:p>
          <a:p>
            <a:pPr lvl="1"/>
            <a:r>
              <a:rPr lang="en-US" dirty="0"/>
              <a:t>PID Safety sampling time: …. </a:t>
            </a:r>
            <a:r>
              <a:rPr lang="en-US" dirty="0" err="1"/>
              <a:t>ms</a:t>
            </a:r>
            <a:endParaRPr lang="en-US" dirty="0"/>
          </a:p>
          <a:p>
            <a:pPr lvl="1"/>
            <a:r>
              <a:rPr lang="en-US" dirty="0"/>
              <a:t>LSTM sampling time: …. </a:t>
            </a:r>
            <a:r>
              <a:rPr lang="en-US" dirty="0" err="1"/>
              <a:t>ms</a:t>
            </a:r>
            <a:endParaRPr lang="en-US" dirty="0"/>
          </a:p>
          <a:p>
            <a:pPr lvl="1"/>
            <a:r>
              <a:rPr lang="en-US" dirty="0"/>
              <a:t>RL sampling time:….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PID with Residual Torque</a:t>
            </a:r>
          </a:p>
          <a:p>
            <a:pPr lvl="1"/>
            <a:r>
              <a:rPr lang="en-US" dirty="0"/>
              <a:t>Learning Result Graphs</a:t>
            </a:r>
          </a:p>
          <a:p>
            <a:pPr lvl="1"/>
            <a:r>
              <a:rPr lang="en-US" dirty="0"/>
              <a:t>Control System Response Graphs</a:t>
            </a:r>
          </a:p>
          <a:p>
            <a:pPr lvl="2"/>
            <a:r>
              <a:rPr lang="en-US" dirty="0"/>
              <a:t>Position</a:t>
            </a:r>
          </a:p>
          <a:p>
            <a:pPr lvl="2"/>
            <a:r>
              <a:rPr lang="en-US" dirty="0"/>
              <a:t>Velocity</a:t>
            </a:r>
          </a:p>
          <a:p>
            <a:pPr lvl="2"/>
            <a:r>
              <a:rPr lang="en-US" dirty="0"/>
              <a:t>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9AC64-46D3-274D-9E04-D0EB0139D7B8}"/>
              </a:ext>
            </a:extLst>
          </p:cNvPr>
          <p:cNvSpPr txBox="1"/>
          <p:nvPr/>
        </p:nvSpPr>
        <p:spPr>
          <a:xfrm>
            <a:off x="9883031" y="363255"/>
            <a:ext cx="1980029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Experiment A2</a:t>
            </a:r>
          </a:p>
        </p:txBody>
      </p:sp>
    </p:spTree>
    <p:extLst>
      <p:ext uri="{BB962C8B-B14F-4D97-AF65-F5344CB8AC3E}">
        <p14:creationId xmlns:p14="http://schemas.microsoft.com/office/powerpoint/2010/main" val="1752108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C54F8-3880-9785-852C-3EC295E6D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8C7C9-61A8-4C1D-BDA3-F76F811A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 Study: PID Gain Setting A with No Safety Cage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EC848-11E4-D2FE-99C8-2CE2C1FD2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Parameter values:</a:t>
            </a:r>
          </a:p>
          <a:p>
            <a:pPr lvl="1"/>
            <a:r>
              <a:rPr lang="en-US" dirty="0"/>
              <a:t>LSTM:</a:t>
            </a:r>
          </a:p>
          <a:p>
            <a:pPr lvl="1"/>
            <a:r>
              <a:rPr lang="en-US" strike="sngStrike" dirty="0"/>
              <a:t>Lyapunov Safety Cage:</a:t>
            </a:r>
          </a:p>
          <a:p>
            <a:pPr lvl="1"/>
            <a:r>
              <a:rPr lang="en-US" dirty="0"/>
              <a:t>PID Safety sampling time: …. </a:t>
            </a:r>
            <a:r>
              <a:rPr lang="en-US" dirty="0" err="1"/>
              <a:t>ms</a:t>
            </a:r>
            <a:endParaRPr lang="en-US" dirty="0"/>
          </a:p>
          <a:p>
            <a:pPr lvl="1"/>
            <a:r>
              <a:rPr lang="en-US" dirty="0"/>
              <a:t>LSTM sampling time: …. </a:t>
            </a:r>
            <a:r>
              <a:rPr lang="en-US" dirty="0" err="1"/>
              <a:t>ms</a:t>
            </a:r>
            <a:endParaRPr lang="en-US" dirty="0"/>
          </a:p>
          <a:p>
            <a:pPr lvl="1"/>
            <a:r>
              <a:rPr lang="en-US" dirty="0"/>
              <a:t>RL sampling time:….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PID with Residual Torque</a:t>
            </a:r>
          </a:p>
          <a:p>
            <a:pPr lvl="1"/>
            <a:r>
              <a:rPr lang="en-US" dirty="0"/>
              <a:t>Learning Result Graphs</a:t>
            </a:r>
          </a:p>
          <a:p>
            <a:pPr lvl="1"/>
            <a:r>
              <a:rPr lang="en-US" dirty="0"/>
              <a:t>Control System Response Graphs</a:t>
            </a:r>
          </a:p>
          <a:p>
            <a:pPr lvl="2"/>
            <a:r>
              <a:rPr lang="en-US" dirty="0"/>
              <a:t>Position</a:t>
            </a:r>
          </a:p>
          <a:p>
            <a:pPr lvl="2"/>
            <a:r>
              <a:rPr lang="en-US" dirty="0"/>
              <a:t>Velocity</a:t>
            </a:r>
          </a:p>
          <a:p>
            <a:pPr lvl="2"/>
            <a:r>
              <a:rPr lang="en-US" dirty="0"/>
              <a:t>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406F5-73CA-F58B-B128-025A04B314F5}"/>
              </a:ext>
            </a:extLst>
          </p:cNvPr>
          <p:cNvSpPr txBox="1"/>
          <p:nvPr/>
        </p:nvSpPr>
        <p:spPr>
          <a:xfrm>
            <a:off x="10095973" y="25053"/>
            <a:ext cx="1980029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Experiment A3</a:t>
            </a:r>
          </a:p>
        </p:txBody>
      </p:sp>
    </p:spTree>
    <p:extLst>
      <p:ext uri="{BB962C8B-B14F-4D97-AF65-F5344CB8AC3E}">
        <p14:creationId xmlns:p14="http://schemas.microsoft.com/office/powerpoint/2010/main" val="1291995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70453-64F3-3BD8-8C97-FC1810148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Gain Setting A: Effect of Sampling Time Variation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F1C3E-1325-2A8E-92F7-DC196A9E4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Sampling Time Controller</a:t>
            </a:r>
          </a:p>
          <a:p>
            <a:r>
              <a:rPr lang="en-US" dirty="0"/>
              <a:t>Sampling LSTM</a:t>
            </a:r>
          </a:p>
          <a:p>
            <a:r>
              <a:rPr lang="en-US" dirty="0"/>
              <a:t>Sampling Reinforcement Learning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717C-4610-463D-4F02-5716DF53DC53}"/>
              </a:ext>
            </a:extLst>
          </p:cNvPr>
          <p:cNvSpPr txBox="1"/>
          <p:nvPr/>
        </p:nvSpPr>
        <p:spPr>
          <a:xfrm>
            <a:off x="10095973" y="25053"/>
            <a:ext cx="1980029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Experiment A4</a:t>
            </a:r>
          </a:p>
        </p:txBody>
      </p:sp>
    </p:spTree>
    <p:extLst>
      <p:ext uri="{BB962C8B-B14F-4D97-AF65-F5344CB8AC3E}">
        <p14:creationId xmlns:p14="http://schemas.microsoft.com/office/powerpoint/2010/main" val="4178318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37F7-1F70-8241-191B-72996D7D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Tables for PID Gain Setting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6B6291-1CCC-1688-910A-F96E48B98F8A}"/>
              </a:ext>
            </a:extLst>
          </p:cNvPr>
          <p:cNvSpPr txBox="1"/>
          <p:nvPr/>
        </p:nvSpPr>
        <p:spPr>
          <a:xfrm>
            <a:off x="1064712" y="2217108"/>
            <a:ext cx="867577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Performance Metric values are put in the corresponding tables</a:t>
            </a:r>
          </a:p>
          <a:p>
            <a:endParaRPr lang="en-US" sz="2400" dirty="0"/>
          </a:p>
          <a:p>
            <a:r>
              <a:rPr lang="en-US" sz="2400" b="1" dirty="0"/>
              <a:t>Step Input:</a:t>
            </a:r>
          </a:p>
          <a:p>
            <a:r>
              <a:rPr lang="en-US" sz="2400" dirty="0"/>
              <a:t>Rise Time</a:t>
            </a:r>
          </a:p>
          <a:p>
            <a:r>
              <a:rPr lang="en-US" sz="2400" dirty="0"/>
              <a:t>Steady State Error</a:t>
            </a:r>
          </a:p>
          <a:p>
            <a:r>
              <a:rPr lang="en-US" sz="2400" dirty="0"/>
              <a:t>Overshoot</a:t>
            </a:r>
          </a:p>
          <a:p>
            <a:endParaRPr lang="en-US" sz="2400" dirty="0"/>
          </a:p>
          <a:p>
            <a:r>
              <a:rPr lang="en-US" sz="2400" b="1" dirty="0"/>
              <a:t>Tracking performance:</a:t>
            </a:r>
          </a:p>
          <a:p>
            <a:r>
              <a:rPr lang="en-US" sz="2400" dirty="0"/>
              <a:t>Mean Squared Error values</a:t>
            </a:r>
          </a:p>
          <a:p>
            <a:r>
              <a:rPr lang="en-US" sz="2400" dirty="0"/>
              <a:t>Integral Squared Error values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6311858-DEDC-517E-8818-7BF5AAEB05DC}"/>
                  </a:ext>
                </a:extLst>
              </p14:cNvPr>
              <p14:cNvContentPartPr/>
              <p14:nvPr/>
            </p14:nvContentPartPr>
            <p14:xfrm>
              <a:off x="1074240" y="2497320"/>
              <a:ext cx="10389960" cy="3966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6311858-DEDC-517E-8818-7BF5AAEB05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4880" y="2487960"/>
                <a:ext cx="10408680" cy="398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3859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4899A-A5CC-79C8-7341-345DBBFD9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706BE-872C-2040-7D6E-DDB04500C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Gain Setting 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96DA5-0D19-DACE-AE1B-48D0CA8EB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 values:</a:t>
            </a:r>
          </a:p>
          <a:p>
            <a:pPr lvl="1"/>
            <a:r>
              <a:rPr lang="en-US" dirty="0"/>
              <a:t>PID sampling time: …..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Conventional PID</a:t>
            </a:r>
          </a:p>
          <a:p>
            <a:pPr lvl="1"/>
            <a:r>
              <a:rPr lang="en-US" dirty="0"/>
              <a:t>Control System Response Graphs</a:t>
            </a:r>
          </a:p>
          <a:p>
            <a:pPr lvl="2"/>
            <a:r>
              <a:rPr lang="en-US" dirty="0"/>
              <a:t>Position</a:t>
            </a:r>
          </a:p>
          <a:p>
            <a:pPr lvl="2"/>
            <a:r>
              <a:rPr lang="en-US" dirty="0"/>
              <a:t>Velocity</a:t>
            </a:r>
          </a:p>
          <a:p>
            <a:pPr lvl="2"/>
            <a:r>
              <a:rPr lang="en-US" dirty="0"/>
              <a:t>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7499C-C1FF-B824-3252-5B306349A38D}"/>
              </a:ext>
            </a:extLst>
          </p:cNvPr>
          <p:cNvSpPr txBox="1"/>
          <p:nvPr/>
        </p:nvSpPr>
        <p:spPr>
          <a:xfrm>
            <a:off x="9883031" y="162839"/>
            <a:ext cx="1980029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Experiment B1</a:t>
            </a:r>
          </a:p>
        </p:txBody>
      </p:sp>
    </p:spTree>
    <p:extLst>
      <p:ext uri="{BB962C8B-B14F-4D97-AF65-F5344CB8AC3E}">
        <p14:creationId xmlns:p14="http://schemas.microsoft.com/office/powerpoint/2010/main" val="2953620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0F45B-346E-3503-1A9F-C8D95C1D7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FD7CF-41A8-42D6-1078-E1AE2E6FC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Gain Setting 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3659A-51A0-D5E9-CD53-048184445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Parameter values:</a:t>
            </a:r>
          </a:p>
          <a:p>
            <a:pPr lvl="1"/>
            <a:r>
              <a:rPr lang="en-US" dirty="0"/>
              <a:t>LSTM:</a:t>
            </a:r>
          </a:p>
          <a:p>
            <a:pPr lvl="1"/>
            <a:r>
              <a:rPr lang="en-US" dirty="0"/>
              <a:t>Lyapunov Safety Cage:</a:t>
            </a:r>
          </a:p>
          <a:p>
            <a:pPr lvl="1"/>
            <a:r>
              <a:rPr lang="en-US" dirty="0"/>
              <a:t>PID Safety sampling time: …. </a:t>
            </a:r>
            <a:r>
              <a:rPr lang="en-US" dirty="0" err="1"/>
              <a:t>ms</a:t>
            </a:r>
            <a:endParaRPr lang="en-US" dirty="0"/>
          </a:p>
          <a:p>
            <a:pPr lvl="1"/>
            <a:r>
              <a:rPr lang="en-US" dirty="0"/>
              <a:t>LSTM sampling time: …. </a:t>
            </a:r>
            <a:r>
              <a:rPr lang="en-US" dirty="0" err="1"/>
              <a:t>ms</a:t>
            </a:r>
            <a:endParaRPr lang="en-US" dirty="0"/>
          </a:p>
          <a:p>
            <a:pPr lvl="1"/>
            <a:r>
              <a:rPr lang="en-US" dirty="0"/>
              <a:t>RL sampling time:….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PID with Residual Torque</a:t>
            </a:r>
          </a:p>
          <a:p>
            <a:pPr lvl="1"/>
            <a:r>
              <a:rPr lang="en-US" dirty="0"/>
              <a:t>Learning Result Graphs</a:t>
            </a:r>
          </a:p>
          <a:p>
            <a:pPr lvl="1"/>
            <a:r>
              <a:rPr lang="en-US" dirty="0"/>
              <a:t>Control System Response Graphs</a:t>
            </a:r>
          </a:p>
          <a:p>
            <a:pPr lvl="2"/>
            <a:r>
              <a:rPr lang="en-US" dirty="0"/>
              <a:t>Position</a:t>
            </a:r>
          </a:p>
          <a:p>
            <a:pPr lvl="2"/>
            <a:r>
              <a:rPr lang="en-US" dirty="0"/>
              <a:t>Velocity</a:t>
            </a:r>
          </a:p>
          <a:p>
            <a:pPr lvl="2"/>
            <a:r>
              <a:rPr lang="en-US" dirty="0"/>
              <a:t>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B509C-B389-18D6-C406-6A590D260EDD}"/>
              </a:ext>
            </a:extLst>
          </p:cNvPr>
          <p:cNvSpPr txBox="1"/>
          <p:nvPr/>
        </p:nvSpPr>
        <p:spPr>
          <a:xfrm>
            <a:off x="9883031" y="162839"/>
            <a:ext cx="1980029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Experiment B2</a:t>
            </a:r>
          </a:p>
        </p:txBody>
      </p:sp>
    </p:spTree>
    <p:extLst>
      <p:ext uri="{BB962C8B-B14F-4D97-AF65-F5344CB8AC3E}">
        <p14:creationId xmlns:p14="http://schemas.microsoft.com/office/powerpoint/2010/main" val="3802381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CDED8-2121-DB6F-5A03-4CE524D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B63CC-71B8-EB52-C913-DE3577942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 Study: PID Gain Setting B with No Safety Cage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7D4D3-E292-13CD-99EE-0E1C23FA9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Parameter values:</a:t>
            </a:r>
          </a:p>
          <a:p>
            <a:pPr lvl="1"/>
            <a:r>
              <a:rPr lang="en-US" dirty="0"/>
              <a:t>LSTM:</a:t>
            </a:r>
          </a:p>
          <a:p>
            <a:pPr lvl="1"/>
            <a:r>
              <a:rPr lang="en-US" strike="sngStrike" dirty="0"/>
              <a:t>Lyapunov Safety Cage:</a:t>
            </a:r>
          </a:p>
          <a:p>
            <a:pPr lvl="1"/>
            <a:r>
              <a:rPr lang="en-US" dirty="0"/>
              <a:t>PID Safety sampling time: …. </a:t>
            </a:r>
            <a:r>
              <a:rPr lang="en-US" dirty="0" err="1"/>
              <a:t>ms</a:t>
            </a:r>
            <a:endParaRPr lang="en-US" dirty="0"/>
          </a:p>
          <a:p>
            <a:pPr lvl="1"/>
            <a:r>
              <a:rPr lang="en-US" dirty="0"/>
              <a:t>LSTM sampling time: …. </a:t>
            </a:r>
            <a:r>
              <a:rPr lang="en-US" dirty="0" err="1"/>
              <a:t>ms</a:t>
            </a:r>
            <a:endParaRPr lang="en-US" dirty="0"/>
          </a:p>
          <a:p>
            <a:pPr lvl="1"/>
            <a:r>
              <a:rPr lang="en-US" dirty="0"/>
              <a:t>RL sampling time:….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PID with Residual Torque</a:t>
            </a:r>
          </a:p>
          <a:p>
            <a:pPr lvl="1"/>
            <a:r>
              <a:rPr lang="en-US" dirty="0"/>
              <a:t>Learning Result Graphs</a:t>
            </a:r>
          </a:p>
          <a:p>
            <a:pPr lvl="1"/>
            <a:r>
              <a:rPr lang="en-US" dirty="0"/>
              <a:t>Control System Response Graphs</a:t>
            </a:r>
          </a:p>
          <a:p>
            <a:pPr lvl="2"/>
            <a:r>
              <a:rPr lang="en-US" dirty="0"/>
              <a:t>Position</a:t>
            </a:r>
          </a:p>
          <a:p>
            <a:pPr lvl="2"/>
            <a:r>
              <a:rPr lang="en-US" dirty="0"/>
              <a:t>Velocity</a:t>
            </a:r>
          </a:p>
          <a:p>
            <a:pPr lvl="2"/>
            <a:r>
              <a:rPr lang="en-US" dirty="0"/>
              <a:t>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B1E0C5-798D-3E4C-28DC-D39A710D2DDE}"/>
              </a:ext>
            </a:extLst>
          </p:cNvPr>
          <p:cNvSpPr txBox="1"/>
          <p:nvPr/>
        </p:nvSpPr>
        <p:spPr>
          <a:xfrm>
            <a:off x="10333967" y="50105"/>
            <a:ext cx="1980029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Experiment B3</a:t>
            </a:r>
          </a:p>
        </p:txBody>
      </p:sp>
    </p:spTree>
    <p:extLst>
      <p:ext uri="{BB962C8B-B14F-4D97-AF65-F5344CB8AC3E}">
        <p14:creationId xmlns:p14="http://schemas.microsoft.com/office/powerpoint/2010/main" val="1317001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A6E44-E000-FAF3-3ED5-5B9DF31AF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2D10A-022F-4813-4F8A-A1DEA327E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Gain Setting B: Effect of Sampling Time Variation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91E5B-8546-DE77-126D-6E6B2D0A0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Sampling Time Controller</a:t>
            </a:r>
          </a:p>
          <a:p>
            <a:r>
              <a:rPr lang="en-US" dirty="0"/>
              <a:t>Sampling LSTM</a:t>
            </a:r>
          </a:p>
          <a:p>
            <a:r>
              <a:rPr lang="en-US" dirty="0"/>
              <a:t>Sampling Reinforcement Learning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7EB4F9-A02E-7301-EC53-B3A68E51BA3B}"/>
              </a:ext>
            </a:extLst>
          </p:cNvPr>
          <p:cNvSpPr txBox="1"/>
          <p:nvPr/>
        </p:nvSpPr>
        <p:spPr>
          <a:xfrm>
            <a:off x="10095973" y="25053"/>
            <a:ext cx="1951175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Experiment b4</a:t>
            </a:r>
          </a:p>
        </p:txBody>
      </p:sp>
    </p:spTree>
    <p:extLst>
      <p:ext uri="{BB962C8B-B14F-4D97-AF65-F5344CB8AC3E}">
        <p14:creationId xmlns:p14="http://schemas.microsoft.com/office/powerpoint/2010/main" val="2022708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93F5C-7142-1948-2517-EEE1D8D3D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7CDB2-6018-BF9E-E16E-06AA82F4A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Tables for PID Gain Setting 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03F5E1-3F7E-7833-36CE-915A2EDBDCAB}"/>
              </a:ext>
            </a:extLst>
          </p:cNvPr>
          <p:cNvSpPr txBox="1"/>
          <p:nvPr/>
        </p:nvSpPr>
        <p:spPr>
          <a:xfrm>
            <a:off x="1064712" y="2041744"/>
            <a:ext cx="867577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Performance Metric values are put in the corresponding tables</a:t>
            </a:r>
          </a:p>
          <a:p>
            <a:endParaRPr lang="en-US" sz="2400" dirty="0"/>
          </a:p>
          <a:p>
            <a:r>
              <a:rPr lang="en-US" sz="2400" b="1" dirty="0"/>
              <a:t>Step Input:</a:t>
            </a:r>
          </a:p>
          <a:p>
            <a:r>
              <a:rPr lang="en-US" sz="2400" dirty="0"/>
              <a:t>Rise Time</a:t>
            </a:r>
          </a:p>
          <a:p>
            <a:r>
              <a:rPr lang="en-US" sz="2400" dirty="0"/>
              <a:t>Steady State Error</a:t>
            </a:r>
          </a:p>
          <a:p>
            <a:r>
              <a:rPr lang="en-US" sz="2400" dirty="0"/>
              <a:t>Overshoot</a:t>
            </a:r>
          </a:p>
          <a:p>
            <a:endParaRPr lang="en-US" sz="2400" dirty="0"/>
          </a:p>
          <a:p>
            <a:r>
              <a:rPr lang="en-US" sz="2400" b="1" dirty="0"/>
              <a:t>Tracking performance:</a:t>
            </a:r>
          </a:p>
          <a:p>
            <a:r>
              <a:rPr lang="en-US" sz="2400" dirty="0"/>
              <a:t>Mean Squared Error values</a:t>
            </a:r>
          </a:p>
          <a:p>
            <a:r>
              <a:rPr lang="en-US" sz="2400" dirty="0"/>
              <a:t>Integral Squared Error values</a:t>
            </a:r>
          </a:p>
        </p:txBody>
      </p:sp>
    </p:spTree>
    <p:extLst>
      <p:ext uri="{BB962C8B-B14F-4D97-AF65-F5344CB8AC3E}">
        <p14:creationId xmlns:p14="http://schemas.microsoft.com/office/powerpoint/2010/main" val="1167203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08610-9958-552F-8BD7-04DB654A3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3E4063B-FADC-836A-D06D-C93CAA1E8318}"/>
                  </a:ext>
                </a:extLst>
              </p14:cNvPr>
              <p14:cNvContentPartPr/>
              <p14:nvPr/>
            </p14:nvContentPartPr>
            <p14:xfrm>
              <a:off x="813960" y="664920"/>
              <a:ext cx="4655160" cy="1248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3E4063B-FADC-836A-D06D-C93CAA1E83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4600" y="655560"/>
                <a:ext cx="4673880" cy="12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61DF21-49E2-7FF7-F5F2-E7B113E8D045}"/>
                  </a:ext>
                </a:extLst>
              </p14:cNvPr>
              <p14:cNvContentPartPr/>
              <p14:nvPr/>
            </p14:nvContentPartPr>
            <p14:xfrm>
              <a:off x="117360" y="0"/>
              <a:ext cx="9327240" cy="6858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61DF21-49E2-7FF7-F5F2-E7B113E8D04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000" y="-9360"/>
                <a:ext cx="9345960" cy="687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0996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23815</TotalTime>
  <Words>718</Words>
  <Application>Microsoft Macintosh PowerPoint</Application>
  <PresentationFormat>Widescreen</PresentationFormat>
  <Paragraphs>195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Wingdings</vt:lpstr>
      <vt:lpstr>Arial</vt:lpstr>
      <vt:lpstr>Play</vt:lpstr>
      <vt:lpstr>Office Theme</vt:lpstr>
      <vt:lpstr>Project 3: Enhancement of Hybrid PID- Reinforcement Learning/ CNN for Puma 560 Robot Arm </vt:lpstr>
      <vt:lpstr>3 June 2026 Dave</vt:lpstr>
      <vt:lpstr>PowerPoint Presentation</vt:lpstr>
      <vt:lpstr>PowerPoint Presentation</vt:lpstr>
      <vt:lpstr>3 Jun 2026-Dave</vt:lpstr>
      <vt:lpstr>PowerPoint Presentation</vt:lpstr>
      <vt:lpstr>Dave, 3 June 2026</vt:lpstr>
      <vt:lpstr>Standard Terms to Use (correction)</vt:lpstr>
      <vt:lpstr>Manuscripts (IEEE Access)</vt:lpstr>
      <vt:lpstr>9 Jun 2026</vt:lpstr>
      <vt:lpstr>PID Gain Setting A Reference Paper:</vt:lpstr>
      <vt:lpstr>PID Gain Setting B Reference Paper:</vt:lpstr>
      <vt:lpstr>PID Gain Setting A</vt:lpstr>
      <vt:lpstr>PID Gain Setting A</vt:lpstr>
      <vt:lpstr>Ablation Study: PID Gain Setting A with No Safety Cage</vt:lpstr>
      <vt:lpstr>PID Gain Setting A: Effect of Sampling Time Variation</vt:lpstr>
      <vt:lpstr>Create Tables for PID Gain Setting A</vt:lpstr>
      <vt:lpstr>PID Gain Setting B</vt:lpstr>
      <vt:lpstr>PID Gain Setting B</vt:lpstr>
      <vt:lpstr>Ablation Study: PID Gain Setting B with No Safety Cage</vt:lpstr>
      <vt:lpstr>PID Gain Setting B: Effect of Sampling Time Variation</vt:lpstr>
      <vt:lpstr>Create Tables for PID Gain Setting 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Iman Herwidiana Kartowisastro</dc:creator>
  <cp:lastModifiedBy>Iman Herwidiana Kartowisastro</cp:lastModifiedBy>
  <cp:revision>418</cp:revision>
  <dcterms:created xsi:type="dcterms:W3CDTF">2025-06-24T02:21:09Z</dcterms:created>
  <dcterms:modified xsi:type="dcterms:W3CDTF">2026-06-09T10:27:40Z</dcterms:modified>
</cp:coreProperties>
</file>